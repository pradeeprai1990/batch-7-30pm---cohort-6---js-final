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313" r:id="rId3"/>
    <p:sldId id="308" r:id="rId4"/>
    <p:sldId id="324" r:id="rId5"/>
    <p:sldId id="330" r:id="rId6"/>
    <p:sldId id="314" r:id="rId7"/>
    <p:sldId id="326" r:id="rId8"/>
    <p:sldId id="327" r:id="rId9"/>
    <p:sldId id="328" r:id="rId10"/>
    <p:sldId id="329" r:id="rId11"/>
    <p:sldId id="278" r:id="rId12"/>
  </p:sldIdLst>
  <p:sldSz cx="51127025" cy="28803600"/>
  <p:notesSz cx="6858000" cy="9144000"/>
  <p:embeddedFontLst>
    <p:embeddedFont>
      <p:font typeface="Bahnschrift" panose="020B0502040204020203" pitchFamily="34" charset="0"/>
      <p:regular r:id="rId14"/>
      <p:bold r:id="rId15"/>
    </p:embeddedFont>
    <p:embeddedFont>
      <p:font typeface="Bahnschrift Light" panose="020B0502040204020203" pitchFamily="34" charset="0"/>
      <p:regular r:id="rId16"/>
    </p:embeddedFont>
    <p:embeddedFont>
      <p:font typeface="Lexend Deca" panose="020B0604020202020204" charset="0"/>
      <p:regular r:id="rId17"/>
      <p:bold r:id="rId18"/>
    </p:embeddedFont>
    <p:embeddedFont>
      <p:font typeface="Muli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49" userDrawn="1">
          <p15:clr>
            <a:srgbClr val="A4A3A4"/>
          </p15:clr>
        </p15:guide>
        <p15:guide id="2" pos="16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72F"/>
    <a:srgbClr val="C10037"/>
    <a:srgbClr val="5A28C8"/>
    <a:srgbClr val="D20B8C"/>
    <a:srgbClr val="1E9F9F"/>
    <a:srgbClr val="11C2BA"/>
    <a:srgbClr val="F75431"/>
    <a:srgbClr val="0042A5"/>
    <a:srgbClr val="0070BB"/>
    <a:srgbClr val="663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14C06-38BB-4A42-BE0A-AC698649DFCB}">
  <a:tblStyle styleId="{28714C06-38BB-4A42-BE0A-AC698649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19C40-AFEB-4EFE-8A8C-DA0982023F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61" autoAdjust="0"/>
  </p:normalViewPr>
  <p:slideViewPr>
    <p:cSldViewPr snapToGrid="0">
      <p:cViewPr varScale="1">
        <p:scale>
          <a:sx n="18" d="100"/>
          <a:sy n="18" d="100"/>
        </p:scale>
        <p:origin x="1008" y="125"/>
      </p:cViewPr>
      <p:guideLst>
        <p:guide orient="horz" pos="9049"/>
        <p:guide pos="16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Wscube" userId="1d3faf5b170b9d82" providerId="LiveId" clId="{B9E0A66B-1E02-403B-99DC-9C11AD8CB572}"/>
    <pc:docChg chg="undo custSel addSld modSld sldOrd">
      <pc:chgData name="Monika Wscube" userId="1d3faf5b170b9d82" providerId="LiveId" clId="{B9E0A66B-1E02-403B-99DC-9C11AD8CB572}" dt="2022-09-20T09:51:37.007" v="240" actId="1076"/>
      <pc:docMkLst>
        <pc:docMk/>
      </pc:docMkLst>
      <pc:sldChg chg="modSp mod">
        <pc:chgData name="Monika Wscube" userId="1d3faf5b170b9d82" providerId="LiveId" clId="{B9E0A66B-1E02-403B-99DC-9C11AD8CB572}" dt="2022-09-20T09:43:54.889" v="214" actId="2711"/>
        <pc:sldMkLst>
          <pc:docMk/>
          <pc:sldMk cId="0" sldId="278"/>
        </pc:sldMkLst>
        <pc:spChg chg="mod">
          <ac:chgData name="Monika Wscube" userId="1d3faf5b170b9d82" providerId="LiveId" clId="{B9E0A66B-1E02-403B-99DC-9C11AD8CB572}" dt="2022-09-20T09:43:54.889" v="214" actId="2711"/>
          <ac:spMkLst>
            <pc:docMk/>
            <pc:sldMk cId="0" sldId="278"/>
            <ac:spMk id="352" creationId="{00000000-0000-0000-0000-000000000000}"/>
          </ac:spMkLst>
        </pc:spChg>
      </pc:sldChg>
      <pc:sldChg chg="modSp mod">
        <pc:chgData name="Monika Wscube" userId="1d3faf5b170b9d82" providerId="LiveId" clId="{B9E0A66B-1E02-403B-99DC-9C11AD8CB572}" dt="2022-09-20T09:50:46.736" v="235" actId="403"/>
        <pc:sldMkLst>
          <pc:docMk/>
          <pc:sldMk cId="3151718772" sldId="314"/>
        </pc:sldMkLst>
        <pc:spChg chg="mod">
          <ac:chgData name="Monika Wscube" userId="1d3faf5b170b9d82" providerId="LiveId" clId="{B9E0A66B-1E02-403B-99DC-9C11AD8CB572}" dt="2022-09-20T09:50:46.736" v="235" actId="403"/>
          <ac:spMkLst>
            <pc:docMk/>
            <pc:sldMk cId="3151718772" sldId="314"/>
            <ac:spMk id="71" creationId="{00000000-0000-0000-0000-000000000000}"/>
          </ac:spMkLst>
        </pc:spChg>
      </pc:sldChg>
      <pc:sldChg chg="modTransition modAnim">
        <pc:chgData name="Monika Wscube" userId="1d3faf5b170b9d82" providerId="LiveId" clId="{B9E0A66B-1E02-403B-99DC-9C11AD8CB572}" dt="2022-09-20T09:51:11.844" v="238"/>
        <pc:sldMkLst>
          <pc:docMk/>
          <pc:sldMk cId="970948230" sldId="324"/>
        </pc:sldMkLst>
      </pc:sldChg>
      <pc:sldChg chg="delSp modSp mod">
        <pc:chgData name="Monika Wscube" userId="1d3faf5b170b9d82" providerId="LiveId" clId="{B9E0A66B-1E02-403B-99DC-9C11AD8CB572}" dt="2022-09-20T09:49:18.423" v="234" actId="1076"/>
        <pc:sldMkLst>
          <pc:docMk/>
          <pc:sldMk cId="254751932" sldId="325"/>
        </pc:sldMkLst>
        <pc:spChg chg="del mod">
          <ac:chgData name="Monika Wscube" userId="1d3faf5b170b9d82" providerId="LiveId" clId="{B9E0A66B-1E02-403B-99DC-9C11AD8CB572}" dt="2022-09-20T09:48:02.170" v="224" actId="478"/>
          <ac:spMkLst>
            <pc:docMk/>
            <pc:sldMk cId="254751932" sldId="325"/>
            <ac:spMk id="2" creationId="{C020C6DB-5C38-9243-61F3-9BB52C0DAC31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1" creationId="{864A5635-3F33-7059-C9A3-B1579818F1F8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2" creationId="{C13179C0-952B-810D-AF1F-09FCD8A65FD9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3" creationId="{6953417B-28E9-D489-52A2-6DF6185E8580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4" creationId="{038D549B-1948-629D-3A17-8E966DA4912F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5" creationId="{BEB2BCCE-229C-82A0-A360-7F0AB1F54ACD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6" creationId="{3A0B2857-6380-4DE9-D9A2-DAEA35CF180B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7" creationId="{301312B8-B1CF-B333-7D8B-086EED14B8D0}"/>
          </ac:spMkLst>
        </pc:spChg>
        <pc:spChg chg="mod">
          <ac:chgData name="Monika Wscube" userId="1d3faf5b170b9d82" providerId="LiveId" clId="{B9E0A66B-1E02-403B-99DC-9C11AD8CB572}" dt="2022-09-20T09:48:58.134" v="231" actId="14100"/>
          <ac:spMkLst>
            <pc:docMk/>
            <pc:sldMk cId="254751932" sldId="325"/>
            <ac:spMk id="18" creationId="{9CAD28CA-B309-57C3-E143-6C83859C6B82}"/>
          </ac:spMkLst>
        </pc:spChg>
        <pc:spChg chg="mod">
          <ac:chgData name="Monika Wscube" userId="1d3faf5b170b9d82" providerId="LiveId" clId="{B9E0A66B-1E02-403B-99DC-9C11AD8CB572}" dt="2022-09-20T09:48:37.575" v="228" actId="1076"/>
          <ac:spMkLst>
            <pc:docMk/>
            <pc:sldMk cId="254751932" sldId="325"/>
            <ac:spMk id="21" creationId="{46180EB2-4F48-9FE3-1DFA-8CA30811CD2B}"/>
          </ac:spMkLst>
        </pc:spChg>
        <pc:spChg chg="mod">
          <ac:chgData name="Monika Wscube" userId="1d3faf5b170b9d82" providerId="LiveId" clId="{B9E0A66B-1E02-403B-99DC-9C11AD8CB572}" dt="2022-09-20T09:48:37.575" v="228" actId="1076"/>
          <ac:spMkLst>
            <pc:docMk/>
            <pc:sldMk cId="254751932" sldId="325"/>
            <ac:spMk id="22" creationId="{AD1BED56-756C-DF67-E1D4-BB3926232907}"/>
          </ac:spMkLst>
        </pc:spChg>
        <pc:spChg chg="mod">
          <ac:chgData name="Monika Wscube" userId="1d3faf5b170b9d82" providerId="LiveId" clId="{B9E0A66B-1E02-403B-99DC-9C11AD8CB572}" dt="2022-09-20T09:48:37.575" v="228" actId="1076"/>
          <ac:spMkLst>
            <pc:docMk/>
            <pc:sldMk cId="254751932" sldId="325"/>
            <ac:spMk id="24" creationId="{BED46314-D786-AE64-C3DC-E69724888666}"/>
          </ac:spMkLst>
        </pc:spChg>
        <pc:spChg chg="mod">
          <ac:chgData name="Monika Wscube" userId="1d3faf5b170b9d82" providerId="LiveId" clId="{B9E0A66B-1E02-403B-99DC-9C11AD8CB572}" dt="2022-09-20T09:48:37.575" v="228" actId="1076"/>
          <ac:spMkLst>
            <pc:docMk/>
            <pc:sldMk cId="254751932" sldId="325"/>
            <ac:spMk id="25" creationId="{5A7A0E7E-7594-4BAC-C803-3FA1AAD452F5}"/>
          </ac:spMkLst>
        </pc:spChg>
        <pc:spChg chg="mod">
          <ac:chgData name="Monika Wscube" userId="1d3faf5b170b9d82" providerId="LiveId" clId="{B9E0A66B-1E02-403B-99DC-9C11AD8CB572}" dt="2022-09-20T09:48:37.575" v="228" actId="1076"/>
          <ac:spMkLst>
            <pc:docMk/>
            <pc:sldMk cId="254751932" sldId="325"/>
            <ac:spMk id="26" creationId="{00EB7FCF-012C-6959-AAA4-50FAC1E95792}"/>
          </ac:spMkLst>
        </pc:spChg>
        <pc:spChg chg="mod">
          <ac:chgData name="Monika Wscube" userId="1d3faf5b170b9d82" providerId="LiveId" clId="{B9E0A66B-1E02-403B-99DC-9C11AD8CB572}" dt="2022-09-20T09:48:27.529" v="227" actId="1076"/>
          <ac:spMkLst>
            <pc:docMk/>
            <pc:sldMk cId="254751932" sldId="325"/>
            <ac:spMk id="29" creationId="{7171125F-2CA8-43D8-98F2-1A154BDFB088}"/>
          </ac:spMkLst>
        </pc:spChg>
        <pc:spChg chg="mod">
          <ac:chgData name="Monika Wscube" userId="1d3faf5b170b9d82" providerId="LiveId" clId="{B9E0A66B-1E02-403B-99DC-9C11AD8CB572}" dt="2022-09-20T09:48:27.529" v="227" actId="1076"/>
          <ac:spMkLst>
            <pc:docMk/>
            <pc:sldMk cId="254751932" sldId="325"/>
            <ac:spMk id="30" creationId="{69C88445-9E4A-A2A1-C37C-E8944F017690}"/>
          </ac:spMkLst>
        </pc:spChg>
        <pc:spChg chg="mod">
          <ac:chgData name="Monika Wscube" userId="1d3faf5b170b9d82" providerId="LiveId" clId="{B9E0A66B-1E02-403B-99DC-9C11AD8CB572}" dt="2022-09-20T09:48:27.529" v="227" actId="1076"/>
          <ac:spMkLst>
            <pc:docMk/>
            <pc:sldMk cId="254751932" sldId="325"/>
            <ac:spMk id="32" creationId="{B5DFA78C-8313-F561-4304-5E6BDAC7FF82}"/>
          </ac:spMkLst>
        </pc:spChg>
        <pc:spChg chg="mod">
          <ac:chgData name="Monika Wscube" userId="1d3faf5b170b9d82" providerId="LiveId" clId="{B9E0A66B-1E02-403B-99DC-9C11AD8CB572}" dt="2022-09-20T09:48:27.529" v="227" actId="1076"/>
          <ac:spMkLst>
            <pc:docMk/>
            <pc:sldMk cId="254751932" sldId="325"/>
            <ac:spMk id="33" creationId="{AFD0C8B5-B6B7-F42D-DEB8-CE7A06C9502C}"/>
          </ac:spMkLst>
        </pc:spChg>
        <pc:spChg chg="mod">
          <ac:chgData name="Monika Wscube" userId="1d3faf5b170b9d82" providerId="LiveId" clId="{B9E0A66B-1E02-403B-99DC-9C11AD8CB572}" dt="2022-09-20T09:48:27.529" v="227" actId="1076"/>
          <ac:spMkLst>
            <pc:docMk/>
            <pc:sldMk cId="254751932" sldId="325"/>
            <ac:spMk id="34" creationId="{709FCF55-57E5-819F-F2E0-36BB8E60C376}"/>
          </ac:spMkLst>
        </pc:spChg>
        <pc:spChg chg="mod">
          <ac:chgData name="Monika Wscube" userId="1d3faf5b170b9d82" providerId="LiveId" clId="{B9E0A66B-1E02-403B-99DC-9C11AD8CB572}" dt="2022-09-20T09:46:32.446" v="216" actId="1036"/>
          <ac:spMkLst>
            <pc:docMk/>
            <pc:sldMk cId="254751932" sldId="325"/>
            <ac:spMk id="37" creationId="{B1254B6D-4508-4858-9335-FD484A2AEFE1}"/>
          </ac:spMkLst>
        </pc:spChg>
        <pc:spChg chg="mod">
          <ac:chgData name="Monika Wscube" userId="1d3faf5b170b9d82" providerId="LiveId" clId="{B9E0A66B-1E02-403B-99DC-9C11AD8CB572}" dt="2022-09-20T09:49:18.423" v="234" actId="1076"/>
          <ac:spMkLst>
            <pc:docMk/>
            <pc:sldMk cId="254751932" sldId="325"/>
            <ac:spMk id="46" creationId="{1777CCD1-70E5-7C9C-4F1F-27746E6E66E7}"/>
          </ac:spMkLst>
        </pc:spChg>
        <pc:spChg chg="mod">
          <ac:chgData name="Monika Wscube" userId="1d3faf5b170b9d82" providerId="LiveId" clId="{B9E0A66B-1E02-403B-99DC-9C11AD8CB572}" dt="2022-09-20T09:48:51.526" v="230" actId="1076"/>
          <ac:spMkLst>
            <pc:docMk/>
            <pc:sldMk cId="254751932" sldId="325"/>
            <ac:spMk id="48" creationId="{4F7F12BD-6067-DFC8-386E-89273A16090A}"/>
          </ac:spMkLst>
        </pc:spChg>
        <pc:spChg chg="mod">
          <ac:chgData name="Monika Wscube" userId="1d3faf5b170b9d82" providerId="LiveId" clId="{B9E0A66B-1E02-403B-99DC-9C11AD8CB572}" dt="2022-09-20T09:49:12.438" v="233" actId="1076"/>
          <ac:spMkLst>
            <pc:docMk/>
            <pc:sldMk cId="254751932" sldId="325"/>
            <ac:spMk id="50" creationId="{2A3A52FD-7F40-A45B-2025-1913B2629BE9}"/>
          </ac:spMkLst>
        </pc:spChg>
        <pc:spChg chg="mod">
          <ac:chgData name="Monika Wscube" userId="1d3faf5b170b9d82" providerId="LiveId" clId="{B9E0A66B-1E02-403B-99DC-9C11AD8CB572}" dt="2022-09-20T09:47:54.297" v="222" actId="14100"/>
          <ac:spMkLst>
            <pc:docMk/>
            <pc:sldMk cId="254751932" sldId="325"/>
            <ac:spMk id="71" creationId="{00000000-0000-0000-0000-000000000000}"/>
          </ac:spMkLst>
        </pc:spChg>
        <pc:grpChg chg="mod">
          <ac:chgData name="Monika Wscube" userId="1d3faf5b170b9d82" providerId="LiveId" clId="{B9E0A66B-1E02-403B-99DC-9C11AD8CB572}" dt="2022-09-20T09:48:58.134" v="231" actId="14100"/>
          <ac:grpSpMkLst>
            <pc:docMk/>
            <pc:sldMk cId="254751932" sldId="325"/>
            <ac:grpSpMk id="5" creationId="{7A13E724-811A-30A6-B944-DCB47482C2B6}"/>
          </ac:grpSpMkLst>
        </pc:grpChg>
        <pc:grpChg chg="mod">
          <ac:chgData name="Monika Wscube" userId="1d3faf5b170b9d82" providerId="LiveId" clId="{B9E0A66B-1E02-403B-99DC-9C11AD8CB572}" dt="2022-09-20T09:48:58.134" v="231" actId="14100"/>
          <ac:grpSpMkLst>
            <pc:docMk/>
            <pc:sldMk cId="254751932" sldId="325"/>
            <ac:grpSpMk id="6" creationId="{DA8B43C1-CD5E-99DF-FA13-C5DF51CA6309}"/>
          </ac:grpSpMkLst>
        </pc:grpChg>
        <pc:grpChg chg="mod">
          <ac:chgData name="Monika Wscube" userId="1d3faf5b170b9d82" providerId="LiveId" clId="{B9E0A66B-1E02-403B-99DC-9C11AD8CB572}" dt="2022-09-20T09:48:58.134" v="231" actId="14100"/>
          <ac:grpSpMkLst>
            <pc:docMk/>
            <pc:sldMk cId="254751932" sldId="325"/>
            <ac:grpSpMk id="7" creationId="{445E2503-BA34-5D9E-C0E8-63732B174D34}"/>
          </ac:grpSpMkLst>
        </pc:grpChg>
        <pc:grpChg chg="mod">
          <ac:chgData name="Monika Wscube" userId="1d3faf5b170b9d82" providerId="LiveId" clId="{B9E0A66B-1E02-403B-99DC-9C11AD8CB572}" dt="2022-09-20T09:48:58.134" v="231" actId="14100"/>
          <ac:grpSpMkLst>
            <pc:docMk/>
            <pc:sldMk cId="254751932" sldId="325"/>
            <ac:grpSpMk id="8" creationId="{987DA721-B39F-8F14-40A4-C43C1E12D58A}"/>
          </ac:grpSpMkLst>
        </pc:grpChg>
        <pc:grpChg chg="mod">
          <ac:chgData name="Monika Wscube" userId="1d3faf5b170b9d82" providerId="LiveId" clId="{B9E0A66B-1E02-403B-99DC-9C11AD8CB572}" dt="2022-09-20T09:48:58.134" v="231" actId="14100"/>
          <ac:grpSpMkLst>
            <pc:docMk/>
            <pc:sldMk cId="254751932" sldId="325"/>
            <ac:grpSpMk id="10" creationId="{79808E61-7F32-3559-8BF1-1FF72E977641}"/>
          </ac:grpSpMkLst>
        </pc:grpChg>
        <pc:grpChg chg="mod">
          <ac:chgData name="Monika Wscube" userId="1d3faf5b170b9d82" providerId="LiveId" clId="{B9E0A66B-1E02-403B-99DC-9C11AD8CB572}" dt="2022-09-20T09:48:37.575" v="228" actId="1076"/>
          <ac:grpSpMkLst>
            <pc:docMk/>
            <pc:sldMk cId="254751932" sldId="325"/>
            <ac:grpSpMk id="19" creationId="{5E804310-6E48-DC68-1554-2E3987A391BF}"/>
          </ac:grpSpMkLst>
        </pc:grpChg>
        <pc:grpChg chg="mod">
          <ac:chgData name="Monika Wscube" userId="1d3faf5b170b9d82" providerId="LiveId" clId="{B9E0A66B-1E02-403B-99DC-9C11AD8CB572}" dt="2022-09-20T09:48:37.575" v="228" actId="1076"/>
          <ac:grpSpMkLst>
            <pc:docMk/>
            <pc:sldMk cId="254751932" sldId="325"/>
            <ac:grpSpMk id="23" creationId="{F1E6F116-F134-854F-C575-E340B33506B0}"/>
          </ac:grpSpMkLst>
        </pc:grpChg>
        <pc:grpChg chg="mod">
          <ac:chgData name="Monika Wscube" userId="1d3faf5b170b9d82" providerId="LiveId" clId="{B9E0A66B-1E02-403B-99DC-9C11AD8CB572}" dt="2022-09-20T09:48:27.529" v="227" actId="1076"/>
          <ac:grpSpMkLst>
            <pc:docMk/>
            <pc:sldMk cId="254751932" sldId="325"/>
            <ac:grpSpMk id="27" creationId="{047AAE2E-BB71-5BB8-4BFD-B2105169D06C}"/>
          </ac:grpSpMkLst>
        </pc:grpChg>
        <pc:grpChg chg="mod">
          <ac:chgData name="Monika Wscube" userId="1d3faf5b170b9d82" providerId="LiveId" clId="{B9E0A66B-1E02-403B-99DC-9C11AD8CB572}" dt="2022-09-20T09:48:27.529" v="227" actId="1076"/>
          <ac:grpSpMkLst>
            <pc:docMk/>
            <pc:sldMk cId="254751932" sldId="325"/>
            <ac:grpSpMk id="31" creationId="{EFD79E1C-645B-01F1-31BA-01C4A0796C11}"/>
          </ac:grpSpMkLst>
        </pc:grpChg>
        <pc:cxnChg chg="mod">
          <ac:chgData name="Monika Wscube" userId="1d3faf5b170b9d82" providerId="LiveId" clId="{B9E0A66B-1E02-403B-99DC-9C11AD8CB572}" dt="2022-09-20T09:48:58.134" v="231" actId="14100"/>
          <ac:cxnSpMkLst>
            <pc:docMk/>
            <pc:sldMk cId="254751932" sldId="325"/>
            <ac:cxnSpMk id="9" creationId="{8D5056F2-8B3C-5966-4CEE-181A91A7D742}"/>
          </ac:cxnSpMkLst>
        </pc:cxnChg>
        <pc:cxnChg chg="mod">
          <ac:chgData name="Monika Wscube" userId="1d3faf5b170b9d82" providerId="LiveId" clId="{B9E0A66B-1E02-403B-99DC-9C11AD8CB572}" dt="2022-09-20T09:48:37.575" v="228" actId="1076"/>
          <ac:cxnSpMkLst>
            <pc:docMk/>
            <pc:sldMk cId="254751932" sldId="325"/>
            <ac:cxnSpMk id="20" creationId="{4BB7815B-15C1-E2F2-36FD-36155874FC8C}"/>
          </ac:cxnSpMkLst>
        </pc:cxnChg>
        <pc:cxnChg chg="mod">
          <ac:chgData name="Monika Wscube" userId="1d3faf5b170b9d82" providerId="LiveId" clId="{B9E0A66B-1E02-403B-99DC-9C11AD8CB572}" dt="2022-09-20T09:49:04.355" v="232" actId="14100"/>
          <ac:cxnSpMkLst>
            <pc:docMk/>
            <pc:sldMk cId="254751932" sldId="325"/>
            <ac:cxnSpMk id="28" creationId="{E1F11D98-F6BA-25ED-F2CD-B4A18856E396}"/>
          </ac:cxnSpMkLst>
        </pc:cxnChg>
      </pc:sldChg>
      <pc:sldChg chg="delSp modSp add mod">
        <pc:chgData name="Monika Wscube" userId="1d3faf5b170b9d82" providerId="LiveId" clId="{B9E0A66B-1E02-403B-99DC-9C11AD8CB572}" dt="2022-09-19T06:46:03.799" v="107" actId="403"/>
        <pc:sldMkLst>
          <pc:docMk/>
          <pc:sldMk cId="1753371825" sldId="326"/>
        </pc:sldMkLst>
        <pc:spChg chg="mod">
          <ac:chgData name="Monika Wscube" userId="1d3faf5b170b9d82" providerId="LiveId" clId="{B9E0A66B-1E02-403B-99DC-9C11AD8CB572}" dt="2022-09-19T06:46:03.799" v="107" actId="403"/>
          <ac:spMkLst>
            <pc:docMk/>
            <pc:sldMk cId="1753371825" sldId="326"/>
            <ac:spMk id="7" creationId="{4CDF05B2-3985-D1F4-621B-60C192B646FD}"/>
          </ac:spMkLst>
        </pc:spChg>
        <pc:spChg chg="mod">
          <ac:chgData name="Monika Wscube" userId="1d3faf5b170b9d82" providerId="LiveId" clId="{B9E0A66B-1E02-403B-99DC-9C11AD8CB572}" dt="2022-09-19T06:45:58.733" v="105" actId="113"/>
          <ac:spMkLst>
            <pc:docMk/>
            <pc:sldMk cId="1753371825" sldId="326"/>
            <ac:spMk id="13" creationId="{B3184022-F9E7-901C-1BD5-C091F1821A3F}"/>
          </ac:spMkLst>
        </pc:spChg>
        <pc:spChg chg="del">
          <ac:chgData name="Monika Wscube" userId="1d3faf5b170b9d82" providerId="LiveId" clId="{B9E0A66B-1E02-403B-99DC-9C11AD8CB572}" dt="2022-09-19T06:29:05.982" v="16" actId="478"/>
          <ac:spMkLst>
            <pc:docMk/>
            <pc:sldMk cId="1753371825" sldId="326"/>
            <ac:spMk id="34" creationId="{2FC5FAB9-0953-915C-9C1C-880BEB3C1216}"/>
          </ac:spMkLst>
        </pc:spChg>
        <pc:spChg chg="del mod">
          <ac:chgData name="Monika Wscube" userId="1d3faf5b170b9d82" providerId="LiveId" clId="{B9E0A66B-1E02-403B-99DC-9C11AD8CB572}" dt="2022-09-19T06:29:11.010" v="18" actId="478"/>
          <ac:spMkLst>
            <pc:docMk/>
            <pc:sldMk cId="1753371825" sldId="326"/>
            <ac:spMk id="38" creationId="{85851BDA-EF08-B615-7C9C-F5E4BE2FCE2C}"/>
          </ac:spMkLst>
        </pc:spChg>
        <pc:spChg chg="mod">
          <ac:chgData name="Monika Wscube" userId="1d3faf5b170b9d82" providerId="LiveId" clId="{B9E0A66B-1E02-403B-99DC-9C11AD8CB572}" dt="2022-09-19T06:44:25.691" v="83" actId="1076"/>
          <ac:spMkLst>
            <pc:docMk/>
            <pc:sldMk cId="1753371825" sldId="326"/>
            <ac:spMk id="71" creationId="{00000000-0000-0000-0000-000000000000}"/>
          </ac:spMkLst>
        </pc:spChg>
        <pc:picChg chg="del">
          <ac:chgData name="Monika Wscube" userId="1d3faf5b170b9d82" providerId="LiveId" clId="{B9E0A66B-1E02-403B-99DC-9C11AD8CB572}" dt="2022-09-19T06:29:03.054" v="15" actId="478"/>
          <ac:picMkLst>
            <pc:docMk/>
            <pc:sldMk cId="1753371825" sldId="326"/>
            <ac:picMk id="20" creationId="{688A0E07-7BED-AA73-DD9B-2522121F77C0}"/>
          </ac:picMkLst>
        </pc:picChg>
        <pc:picChg chg="del">
          <ac:chgData name="Monika Wscube" userId="1d3faf5b170b9d82" providerId="LiveId" clId="{B9E0A66B-1E02-403B-99DC-9C11AD8CB572}" dt="2022-09-19T06:29:14.777" v="19" actId="478"/>
          <ac:picMkLst>
            <pc:docMk/>
            <pc:sldMk cId="1753371825" sldId="326"/>
            <ac:picMk id="40" creationId="{A58A9A36-22A4-91FC-3711-73461B4CB1C9}"/>
          </ac:picMkLst>
        </pc:picChg>
      </pc:sldChg>
      <pc:sldChg chg="addSp delSp modSp add mod ord">
        <pc:chgData name="Monika Wscube" userId="1d3faf5b170b9d82" providerId="LiveId" clId="{B9E0A66B-1E02-403B-99DC-9C11AD8CB572}" dt="2022-09-19T06:45:28.580" v="104" actId="1076"/>
        <pc:sldMkLst>
          <pc:docMk/>
          <pc:sldMk cId="2080290163" sldId="327"/>
        </pc:sldMkLst>
        <pc:spChg chg="add mod">
          <ac:chgData name="Monika Wscube" userId="1d3faf5b170b9d82" providerId="LiveId" clId="{B9E0A66B-1E02-403B-99DC-9C11AD8CB572}" dt="2022-09-19T06:39:10.837" v="63" actId="20577"/>
          <ac:spMkLst>
            <pc:docMk/>
            <pc:sldMk cId="2080290163" sldId="327"/>
            <ac:spMk id="8" creationId="{56891152-F009-54FA-BDDD-F95B00422558}"/>
          </ac:spMkLst>
        </pc:spChg>
        <pc:spChg chg="add mod">
          <ac:chgData name="Monika Wscube" userId="1d3faf5b170b9d82" providerId="LiveId" clId="{B9E0A66B-1E02-403B-99DC-9C11AD8CB572}" dt="2022-09-19T06:39:32.584" v="71" actId="20577"/>
          <ac:spMkLst>
            <pc:docMk/>
            <pc:sldMk cId="2080290163" sldId="327"/>
            <ac:spMk id="9" creationId="{AD45B905-BBC7-B910-5AB5-391B8EEE005B}"/>
          </ac:spMkLst>
        </pc:spChg>
        <pc:spChg chg="mod">
          <ac:chgData name="Monika Wscube" userId="1d3faf5b170b9d82" providerId="LiveId" clId="{B9E0A66B-1E02-403B-99DC-9C11AD8CB572}" dt="2022-09-19T06:39:20.077" v="64"/>
          <ac:spMkLst>
            <pc:docMk/>
            <pc:sldMk cId="2080290163" sldId="327"/>
            <ac:spMk id="36" creationId="{F5D4569A-CD5C-4EE6-A0FD-7E0CE3CCA6C1}"/>
          </ac:spMkLst>
        </pc:spChg>
        <pc:spChg chg="mod">
          <ac:chgData name="Monika Wscube" userId="1d3faf5b170b9d82" providerId="LiveId" clId="{B9E0A66B-1E02-403B-99DC-9C11AD8CB572}" dt="2022-09-19T06:45:28.580" v="104" actId="1076"/>
          <ac:spMkLst>
            <pc:docMk/>
            <pc:sldMk cId="2080290163" sldId="327"/>
            <ac:spMk id="71" creationId="{00000000-0000-0000-0000-000000000000}"/>
          </ac:spMkLst>
        </pc:spChg>
        <pc:grpChg chg="del">
          <ac:chgData name="Monika Wscube" userId="1d3faf5b170b9d82" providerId="LiveId" clId="{B9E0A66B-1E02-403B-99DC-9C11AD8CB572}" dt="2022-09-19T06:37:13.704" v="33" actId="478"/>
          <ac:grpSpMkLst>
            <pc:docMk/>
            <pc:sldMk cId="2080290163" sldId="327"/>
            <ac:grpSpMk id="5" creationId="{B31B8F94-473E-3263-E65D-CF845F0FDC65}"/>
          </ac:grpSpMkLst>
        </pc:grpChg>
        <pc:picChg chg="add mod">
          <ac:chgData name="Monika Wscube" userId="1d3faf5b170b9d82" providerId="LiveId" clId="{B9E0A66B-1E02-403B-99DC-9C11AD8CB572}" dt="2022-09-19T06:37:25.228" v="38" actId="14100"/>
          <ac:picMkLst>
            <pc:docMk/>
            <pc:sldMk cId="2080290163" sldId="327"/>
            <ac:picMk id="4" creationId="{7197B45D-FBA3-BD93-08DD-89F5539F66F4}"/>
          </ac:picMkLst>
        </pc:picChg>
        <pc:picChg chg="add mod">
          <ac:chgData name="Monika Wscube" userId="1d3faf5b170b9d82" providerId="LiveId" clId="{B9E0A66B-1E02-403B-99DC-9C11AD8CB572}" dt="2022-09-19T06:38:25.654" v="46" actId="14100"/>
          <ac:picMkLst>
            <pc:docMk/>
            <pc:sldMk cId="2080290163" sldId="327"/>
            <ac:picMk id="7" creationId="{7BDA9524-B4A6-70E9-D07E-368FBCDFF87F}"/>
          </ac:picMkLst>
        </pc:picChg>
      </pc:sldChg>
      <pc:sldChg chg="addSp delSp modSp add mod ord">
        <pc:chgData name="Monika Wscube" userId="1d3faf5b170b9d82" providerId="LiveId" clId="{B9E0A66B-1E02-403B-99DC-9C11AD8CB572}" dt="2022-09-20T09:38:27.849" v="210" actId="1076"/>
        <pc:sldMkLst>
          <pc:docMk/>
          <pc:sldMk cId="1261220085" sldId="328"/>
        </pc:sldMkLst>
        <pc:spChg chg="add del mod">
          <ac:chgData name="Monika Wscube" userId="1d3faf5b170b9d82" providerId="LiveId" clId="{B9E0A66B-1E02-403B-99DC-9C11AD8CB572}" dt="2022-09-20T08:21:10.996" v="143"/>
          <ac:spMkLst>
            <pc:docMk/>
            <pc:sldMk cId="1261220085" sldId="328"/>
            <ac:spMk id="4" creationId="{8FA1746B-C7D4-5199-88A0-3D5CCE2EA7C5}"/>
          </ac:spMkLst>
        </pc:spChg>
        <pc:spChg chg="mod">
          <ac:chgData name="Monika Wscube" userId="1d3faf5b170b9d82" providerId="LiveId" clId="{B9E0A66B-1E02-403B-99DC-9C11AD8CB572}" dt="2022-09-20T09:38:27.849" v="210" actId="1076"/>
          <ac:spMkLst>
            <pc:docMk/>
            <pc:sldMk cId="1261220085" sldId="328"/>
            <ac:spMk id="7" creationId="{4CDF05B2-3985-D1F4-621B-60C192B646FD}"/>
          </ac:spMkLst>
        </pc:spChg>
        <pc:spChg chg="mod">
          <ac:chgData name="Monika Wscube" userId="1d3faf5b170b9d82" providerId="LiveId" clId="{B9E0A66B-1E02-403B-99DC-9C11AD8CB572}" dt="2022-09-20T09:38:14.590" v="208" actId="113"/>
          <ac:spMkLst>
            <pc:docMk/>
            <pc:sldMk cId="1261220085" sldId="328"/>
            <ac:spMk id="13" creationId="{B3184022-F9E7-901C-1BD5-C091F1821A3F}"/>
          </ac:spMkLst>
        </pc:spChg>
        <pc:spChg chg="mod">
          <ac:chgData name="Monika Wscube" userId="1d3faf5b170b9d82" providerId="LiveId" clId="{B9E0A66B-1E02-403B-99DC-9C11AD8CB572}" dt="2022-09-20T08:14:40.140" v="122" actId="403"/>
          <ac:spMkLst>
            <pc:docMk/>
            <pc:sldMk cId="1261220085" sldId="328"/>
            <ac:spMk id="71" creationId="{00000000-0000-0000-0000-000000000000}"/>
          </ac:spMkLst>
        </pc:spChg>
        <pc:picChg chg="add del mod">
          <ac:chgData name="Monika Wscube" userId="1d3faf5b170b9d82" providerId="LiveId" clId="{B9E0A66B-1E02-403B-99DC-9C11AD8CB572}" dt="2022-09-20T08:21:48.088" v="159" actId="21"/>
          <ac:picMkLst>
            <pc:docMk/>
            <pc:sldMk cId="1261220085" sldId="328"/>
            <ac:picMk id="20" creationId="{F3380D46-EA88-B995-F902-4B629439DD70}"/>
          </ac:picMkLst>
        </pc:picChg>
        <pc:picChg chg="add del mod">
          <ac:chgData name="Monika Wscube" userId="1d3faf5b170b9d82" providerId="LiveId" clId="{B9E0A66B-1E02-403B-99DC-9C11AD8CB572}" dt="2022-09-20T08:21:22.425" v="148" actId="21"/>
          <ac:picMkLst>
            <pc:docMk/>
            <pc:sldMk cId="1261220085" sldId="328"/>
            <ac:picMk id="22" creationId="{B012654B-89FD-B003-3ACF-AB69BE6DB318}"/>
          </ac:picMkLst>
        </pc:picChg>
      </pc:sldChg>
      <pc:sldChg chg="addSp delSp modSp add mod ord">
        <pc:chgData name="Monika Wscube" userId="1d3faf5b170b9d82" providerId="LiveId" clId="{B9E0A66B-1E02-403B-99DC-9C11AD8CB572}" dt="2022-09-20T09:51:37.007" v="240" actId="1076"/>
        <pc:sldMkLst>
          <pc:docMk/>
          <pc:sldMk cId="938033825" sldId="329"/>
        </pc:sldMkLst>
        <pc:spChg chg="add mod">
          <ac:chgData name="Monika Wscube" userId="1d3faf5b170b9d82" providerId="LiveId" clId="{B9E0A66B-1E02-403B-99DC-9C11AD8CB572}" dt="2022-09-20T09:36:18.804" v="197" actId="1076"/>
          <ac:spMkLst>
            <pc:docMk/>
            <pc:sldMk cId="938033825" sldId="329"/>
            <ac:spMk id="6" creationId="{325B3BAF-785F-10B5-1FE3-7317921BB9FC}"/>
          </ac:spMkLst>
        </pc:spChg>
        <pc:spChg chg="add del mod">
          <ac:chgData name="Monika Wscube" userId="1d3faf5b170b9d82" providerId="LiveId" clId="{B9E0A66B-1E02-403B-99DC-9C11AD8CB572}" dt="2022-09-20T09:36:24.027" v="198" actId="478"/>
          <ac:spMkLst>
            <pc:docMk/>
            <pc:sldMk cId="938033825" sldId="329"/>
            <ac:spMk id="8" creationId="{56891152-F009-54FA-BDDD-F95B00422558}"/>
          </ac:spMkLst>
        </pc:spChg>
        <pc:spChg chg="mod">
          <ac:chgData name="Monika Wscube" userId="1d3faf5b170b9d82" providerId="LiveId" clId="{B9E0A66B-1E02-403B-99DC-9C11AD8CB572}" dt="2022-09-20T09:36:46.842" v="206" actId="113"/>
          <ac:spMkLst>
            <pc:docMk/>
            <pc:sldMk cId="938033825" sldId="329"/>
            <ac:spMk id="9" creationId="{AD45B905-BBC7-B910-5AB5-391B8EEE005B}"/>
          </ac:spMkLst>
        </pc:spChg>
        <pc:spChg chg="add mod">
          <ac:chgData name="Monika Wscube" userId="1d3faf5b170b9d82" providerId="LiveId" clId="{B9E0A66B-1E02-403B-99DC-9C11AD8CB572}" dt="2022-09-20T09:36:12.992" v="196" actId="14100"/>
          <ac:spMkLst>
            <pc:docMk/>
            <pc:sldMk cId="938033825" sldId="329"/>
            <ac:spMk id="10" creationId="{910FC3BD-F0DA-6E7E-CCC5-21BECB6E5FCE}"/>
          </ac:spMkLst>
        </pc:spChg>
        <pc:spChg chg="mod">
          <ac:chgData name="Monika Wscube" userId="1d3faf5b170b9d82" providerId="LiveId" clId="{B9E0A66B-1E02-403B-99DC-9C11AD8CB572}" dt="2022-09-20T09:38:46.056" v="211" actId="1076"/>
          <ac:spMkLst>
            <pc:docMk/>
            <pc:sldMk cId="938033825" sldId="329"/>
            <ac:spMk id="36" creationId="{F5D4569A-CD5C-4EE6-A0FD-7E0CE3CCA6C1}"/>
          </ac:spMkLst>
        </pc:spChg>
        <pc:spChg chg="mod">
          <ac:chgData name="Monika Wscube" userId="1d3faf5b170b9d82" providerId="LiveId" clId="{B9E0A66B-1E02-403B-99DC-9C11AD8CB572}" dt="2022-09-20T08:22:32.797" v="178" actId="1076"/>
          <ac:spMkLst>
            <pc:docMk/>
            <pc:sldMk cId="938033825" sldId="329"/>
            <ac:spMk id="37" creationId="{B1254B6D-4508-4858-9335-FD484A2AEFE1}"/>
          </ac:spMkLst>
        </pc:spChg>
        <pc:spChg chg="mod">
          <ac:chgData name="Monika Wscube" userId="1d3faf5b170b9d82" providerId="LiveId" clId="{B9E0A66B-1E02-403B-99DC-9C11AD8CB572}" dt="2022-09-20T09:51:37.007" v="240" actId="1076"/>
          <ac:spMkLst>
            <pc:docMk/>
            <pc:sldMk cId="938033825" sldId="329"/>
            <ac:spMk id="71" creationId="{00000000-0000-0000-0000-000000000000}"/>
          </ac:spMkLst>
        </pc:spChg>
        <pc:picChg chg="add mod">
          <ac:chgData name="Monika Wscube" userId="1d3faf5b170b9d82" providerId="LiveId" clId="{B9E0A66B-1E02-403B-99DC-9C11AD8CB572}" dt="2022-09-20T08:22:17.666" v="175" actId="14100"/>
          <ac:picMkLst>
            <pc:docMk/>
            <pc:sldMk cId="938033825" sldId="329"/>
            <ac:picMk id="3" creationId="{93AC9C69-6A6B-CD57-9693-465512FF87EB}"/>
          </ac:picMkLst>
        </pc:picChg>
        <pc:picChg chg="del">
          <ac:chgData name="Monika Wscube" userId="1d3faf5b170b9d82" providerId="LiveId" clId="{B9E0A66B-1E02-403B-99DC-9C11AD8CB572}" dt="2022-09-20T08:21:44.132" v="158" actId="478"/>
          <ac:picMkLst>
            <pc:docMk/>
            <pc:sldMk cId="938033825" sldId="329"/>
            <ac:picMk id="4" creationId="{7197B45D-FBA3-BD93-08DD-89F5539F66F4}"/>
          </ac:picMkLst>
        </pc:picChg>
        <pc:picChg chg="add mod">
          <ac:chgData name="Monika Wscube" userId="1d3faf5b170b9d82" providerId="LiveId" clId="{B9E0A66B-1E02-403B-99DC-9C11AD8CB572}" dt="2022-09-20T08:22:25.237" v="176" actId="14100"/>
          <ac:picMkLst>
            <pc:docMk/>
            <pc:sldMk cId="938033825" sldId="329"/>
            <ac:picMk id="5" creationId="{B60DEE3C-05C7-8D89-3858-BAC695C497A4}"/>
          </ac:picMkLst>
        </pc:picChg>
        <pc:picChg chg="del">
          <ac:chgData name="Monika Wscube" userId="1d3faf5b170b9d82" providerId="LiveId" clId="{B9E0A66B-1E02-403B-99DC-9C11AD8CB572}" dt="2022-09-20T08:21:18.845" v="147" actId="478"/>
          <ac:picMkLst>
            <pc:docMk/>
            <pc:sldMk cId="938033825" sldId="329"/>
            <ac:picMk id="7" creationId="{7BDA9524-B4A6-70E9-D07E-368FBCDFF87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57F9A3-5676-49B8-91C2-4C437AC6F9FC}" type="doc">
      <dgm:prSet loTypeId="urn:microsoft.com/office/officeart/2008/layout/HorizontalMultiLevelHierarchy" loCatId="hierarchy" qsTypeId="urn:microsoft.com/office/officeart/2005/8/quickstyle/3d2#4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6AFCDC4C-F807-4B28-B928-29C1210979FB}">
      <dgm:prSet phldrT="[Text]" custT="1"/>
      <dgm:spPr/>
      <dgm:t>
        <a:bodyPr/>
        <a:lstStyle/>
        <a:p>
          <a:r>
            <a:rPr lang="en-IN" sz="16600" b="1">
              <a:latin typeface="Bahnschrift Light" panose="020B0502040204020203" pitchFamily="34" charset="0"/>
            </a:rPr>
            <a:t>Functions</a:t>
          </a:r>
          <a:endParaRPr lang="en-IN" sz="16600" b="1" dirty="0">
            <a:latin typeface="Bahnschrift Light" panose="020B0502040204020203" pitchFamily="34" charset="0"/>
          </a:endParaRPr>
        </a:p>
      </dgm:t>
    </dgm:pt>
    <dgm:pt modelId="{29CE682F-12D3-41DE-9F75-B6C39E437FD0}" type="parTrans" cxnId="{CA852C1E-40AE-459C-9478-48009D0EF008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90B2D8E4-BE16-463D-BB7B-406392CC024A}" type="sibTrans" cxnId="{CA852C1E-40AE-459C-9478-48009D0EF008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DC18648A-0210-463C-96E3-2B63497E2BC6}">
      <dgm:prSet phldrT="[Text]" custT="1"/>
      <dgm:spPr/>
      <dgm:t>
        <a:bodyPr/>
        <a:lstStyle/>
        <a:p>
          <a:r>
            <a:rPr lang="en-IN" sz="9600">
              <a:latin typeface="Bahnschrift Light" panose="020B0502040204020203" pitchFamily="34" charset="0"/>
            </a:rPr>
            <a:t>Pre defined</a:t>
          </a:r>
          <a:endParaRPr lang="en-IN" sz="9600" dirty="0">
            <a:latin typeface="Bahnschrift Light" panose="020B0502040204020203" pitchFamily="34" charset="0"/>
          </a:endParaRPr>
        </a:p>
      </dgm:t>
    </dgm:pt>
    <dgm:pt modelId="{96132D91-FAAC-4FE3-BD44-0C89EAABF462}" type="parTrans" cxnId="{009BE573-057E-4B89-A10D-381C3ABA3BCB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FF5EEBB3-A33A-4363-BC02-07F0A80EAB78}" type="sibTrans" cxnId="{009BE573-057E-4B89-A10D-381C3ABA3BCB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134C4845-0E3B-4E9F-AFA1-3561907E2A0C}">
      <dgm:prSet phldrT="[Text]" custT="1"/>
      <dgm:spPr/>
      <dgm:t>
        <a:bodyPr/>
        <a:lstStyle/>
        <a:p>
          <a:r>
            <a:rPr lang="en-IN" sz="9600" dirty="0">
              <a:solidFill>
                <a:schemeClr val="tx1"/>
              </a:solidFill>
              <a:latin typeface="Bahnschrift Light" panose="020B0502040204020203" pitchFamily="34" charset="0"/>
            </a:rPr>
            <a:t>Such functions are defined at the time of making of any language.</a:t>
          </a:r>
        </a:p>
      </dgm:t>
    </dgm:pt>
    <dgm:pt modelId="{C3EFB47A-16F1-4C01-A5B3-C6A4BAD070C1}" type="parTrans" cxnId="{D830EC01-DFEF-4955-854C-81D740452877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3447BFE8-3A26-4B38-840D-A8C41EEC7781}" type="sibTrans" cxnId="{D830EC01-DFEF-4955-854C-81D740452877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21B4F687-7020-43B5-A662-3E121C9A1609}">
      <dgm:prSet phldrT="[Text]" custT="1"/>
      <dgm:spPr/>
      <dgm:t>
        <a:bodyPr/>
        <a:lstStyle/>
        <a:p>
          <a:pPr algn="ctr"/>
          <a:r>
            <a:rPr lang="en-IN" sz="9600" dirty="0">
              <a:solidFill>
                <a:schemeClr val="tx1"/>
              </a:solidFill>
              <a:latin typeface="Bahnschrift Light" panose="020B0502040204020203" pitchFamily="34" charset="0"/>
            </a:rPr>
            <a:t>Such function are defined by users according to their needs.</a:t>
          </a:r>
        </a:p>
      </dgm:t>
    </dgm:pt>
    <dgm:pt modelId="{F2958AED-09AB-4BBC-8455-726F8919A4B7}" type="parTrans" cxnId="{B8D6071E-EAC4-4C38-82C6-EB611D8DD9F4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6377251C-585D-406F-B071-FD5BC2F2644E}" type="sibTrans" cxnId="{B8D6071E-EAC4-4C38-82C6-EB611D8DD9F4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9AF2B5D1-579E-4CC8-A389-6B8B9E48AAA1}">
      <dgm:prSet phldrT="[Text]" custT="1"/>
      <dgm:spPr/>
      <dgm:t>
        <a:bodyPr/>
        <a:lstStyle/>
        <a:p>
          <a:r>
            <a:rPr lang="en-IN" sz="9600">
              <a:latin typeface="Bahnschrift Light" panose="020B0502040204020203" pitchFamily="34" charset="0"/>
            </a:rPr>
            <a:t>User defined</a:t>
          </a:r>
          <a:endParaRPr lang="en-IN" sz="9600" dirty="0">
            <a:latin typeface="Bahnschrift Light" panose="020B0502040204020203" pitchFamily="34" charset="0"/>
          </a:endParaRPr>
        </a:p>
      </dgm:t>
    </dgm:pt>
    <dgm:pt modelId="{0FA6BF55-5282-4C57-97C2-42498CC7A68C}" type="sibTrans" cxnId="{D0B2F86F-DAF6-4383-87E5-87619BFBF96C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BC3C6F96-81E6-4600-A17F-4286E1C6040B}" type="parTrans" cxnId="{D0B2F86F-DAF6-4383-87E5-87619BFBF96C}">
      <dgm:prSet/>
      <dgm:spPr/>
      <dgm:t>
        <a:bodyPr/>
        <a:lstStyle/>
        <a:p>
          <a:endParaRPr lang="en-IN">
            <a:latin typeface="Bahnschrift Light" panose="020B0502040204020203" pitchFamily="34" charset="0"/>
          </a:endParaRPr>
        </a:p>
      </dgm:t>
    </dgm:pt>
    <dgm:pt modelId="{94544464-24CD-43A4-A8C3-120D85E6894E}" type="pres">
      <dgm:prSet presAssocID="{7757F9A3-5676-49B8-91C2-4C437AC6F9F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A2EC44-0CB7-46E0-AC1B-E7A7930F289E}" type="pres">
      <dgm:prSet presAssocID="{6AFCDC4C-F807-4B28-B928-29C1210979FB}" presName="root1" presStyleCnt="0"/>
      <dgm:spPr/>
    </dgm:pt>
    <dgm:pt modelId="{D81A5F6A-9077-4B3E-86F2-1AA24763D5C1}" type="pres">
      <dgm:prSet presAssocID="{6AFCDC4C-F807-4B28-B928-29C1210979FB}" presName="LevelOneTextNode" presStyleLbl="node0" presStyleIdx="0" presStyleCnt="1">
        <dgm:presLayoutVars>
          <dgm:chPref val="3"/>
        </dgm:presLayoutVars>
      </dgm:prSet>
      <dgm:spPr/>
    </dgm:pt>
    <dgm:pt modelId="{AECE6B5B-96EC-4C69-A05C-AB6346F2BB37}" type="pres">
      <dgm:prSet presAssocID="{6AFCDC4C-F807-4B28-B928-29C1210979FB}" presName="level2hierChild" presStyleCnt="0"/>
      <dgm:spPr/>
    </dgm:pt>
    <dgm:pt modelId="{97C470E0-4F73-4CCF-94CE-02CD69C9B1AC}" type="pres">
      <dgm:prSet presAssocID="{96132D91-FAAC-4FE3-BD44-0C89EAABF462}" presName="conn2-1" presStyleLbl="parChTrans1D2" presStyleIdx="0" presStyleCnt="2"/>
      <dgm:spPr/>
    </dgm:pt>
    <dgm:pt modelId="{E87AECCE-E49B-4265-835C-DD1B03B19445}" type="pres">
      <dgm:prSet presAssocID="{96132D91-FAAC-4FE3-BD44-0C89EAABF462}" presName="connTx" presStyleLbl="parChTrans1D2" presStyleIdx="0" presStyleCnt="2"/>
      <dgm:spPr/>
    </dgm:pt>
    <dgm:pt modelId="{79123840-0C07-47F2-91AF-9670BF6554EC}" type="pres">
      <dgm:prSet presAssocID="{DC18648A-0210-463C-96E3-2B63497E2BC6}" presName="root2" presStyleCnt="0"/>
      <dgm:spPr/>
    </dgm:pt>
    <dgm:pt modelId="{7DD5F15E-C75C-462A-B942-D3A25D0305F8}" type="pres">
      <dgm:prSet presAssocID="{DC18648A-0210-463C-96E3-2B63497E2BC6}" presName="LevelTwoTextNode" presStyleLbl="node2" presStyleIdx="0" presStyleCnt="2">
        <dgm:presLayoutVars>
          <dgm:chPref val="3"/>
        </dgm:presLayoutVars>
      </dgm:prSet>
      <dgm:spPr/>
    </dgm:pt>
    <dgm:pt modelId="{F7664542-C90B-4FEA-9A92-B469D3ADE1A4}" type="pres">
      <dgm:prSet presAssocID="{DC18648A-0210-463C-96E3-2B63497E2BC6}" presName="level3hierChild" presStyleCnt="0"/>
      <dgm:spPr/>
    </dgm:pt>
    <dgm:pt modelId="{F934E518-7BCB-446D-A7B3-906B1267C89A}" type="pres">
      <dgm:prSet presAssocID="{C3EFB47A-16F1-4C01-A5B3-C6A4BAD070C1}" presName="conn2-1" presStyleLbl="parChTrans1D3" presStyleIdx="0" presStyleCnt="2"/>
      <dgm:spPr/>
    </dgm:pt>
    <dgm:pt modelId="{58D91B5C-CCAB-4A03-95A6-87DBC8E79A6E}" type="pres">
      <dgm:prSet presAssocID="{C3EFB47A-16F1-4C01-A5B3-C6A4BAD070C1}" presName="connTx" presStyleLbl="parChTrans1D3" presStyleIdx="0" presStyleCnt="2"/>
      <dgm:spPr/>
    </dgm:pt>
    <dgm:pt modelId="{8B5DB0E2-C73C-40F9-BD01-3FCFC6A4F98F}" type="pres">
      <dgm:prSet presAssocID="{134C4845-0E3B-4E9F-AFA1-3561907E2A0C}" presName="root2" presStyleCnt="0"/>
      <dgm:spPr/>
    </dgm:pt>
    <dgm:pt modelId="{68D6ED66-76C7-4999-987E-13133E9064CC}" type="pres">
      <dgm:prSet presAssocID="{134C4845-0E3B-4E9F-AFA1-3561907E2A0C}" presName="LevelTwoTextNode" presStyleLbl="node3" presStyleIdx="0" presStyleCnt="2" custScaleX="201847" custScaleY="108435">
        <dgm:presLayoutVars>
          <dgm:chPref val="3"/>
        </dgm:presLayoutVars>
      </dgm:prSet>
      <dgm:spPr/>
    </dgm:pt>
    <dgm:pt modelId="{9BCA28FC-D86E-43C5-BE97-71C3BD166C73}" type="pres">
      <dgm:prSet presAssocID="{134C4845-0E3B-4E9F-AFA1-3561907E2A0C}" presName="level3hierChild" presStyleCnt="0"/>
      <dgm:spPr/>
    </dgm:pt>
    <dgm:pt modelId="{B17BD06E-CA9D-4465-9D0F-06D500804BD3}" type="pres">
      <dgm:prSet presAssocID="{BC3C6F96-81E6-4600-A17F-4286E1C6040B}" presName="conn2-1" presStyleLbl="parChTrans1D2" presStyleIdx="1" presStyleCnt="2"/>
      <dgm:spPr/>
    </dgm:pt>
    <dgm:pt modelId="{DCE23B4B-7090-42A6-9F21-B45CC83724F2}" type="pres">
      <dgm:prSet presAssocID="{BC3C6F96-81E6-4600-A17F-4286E1C6040B}" presName="connTx" presStyleLbl="parChTrans1D2" presStyleIdx="1" presStyleCnt="2"/>
      <dgm:spPr/>
    </dgm:pt>
    <dgm:pt modelId="{3AE15159-9CD0-40FA-9067-2EB5E3EB0D9C}" type="pres">
      <dgm:prSet presAssocID="{9AF2B5D1-579E-4CC8-A389-6B8B9E48AAA1}" presName="root2" presStyleCnt="0"/>
      <dgm:spPr/>
    </dgm:pt>
    <dgm:pt modelId="{B8288034-D6D8-41EB-813F-B90EDD28CEE7}" type="pres">
      <dgm:prSet presAssocID="{9AF2B5D1-579E-4CC8-A389-6B8B9E48AAA1}" presName="LevelTwoTextNode" presStyleLbl="node2" presStyleIdx="1" presStyleCnt="2">
        <dgm:presLayoutVars>
          <dgm:chPref val="3"/>
        </dgm:presLayoutVars>
      </dgm:prSet>
      <dgm:spPr/>
    </dgm:pt>
    <dgm:pt modelId="{540B7202-FCBB-43C8-942B-3FE95C18DEA2}" type="pres">
      <dgm:prSet presAssocID="{9AF2B5D1-579E-4CC8-A389-6B8B9E48AAA1}" presName="level3hierChild" presStyleCnt="0"/>
      <dgm:spPr/>
    </dgm:pt>
    <dgm:pt modelId="{6615F37B-DFFD-4983-9040-6C212E575305}" type="pres">
      <dgm:prSet presAssocID="{F2958AED-09AB-4BBC-8455-726F8919A4B7}" presName="conn2-1" presStyleLbl="parChTrans1D3" presStyleIdx="1" presStyleCnt="2"/>
      <dgm:spPr/>
    </dgm:pt>
    <dgm:pt modelId="{83A14C00-1D80-4223-A3AD-A67262E11BB6}" type="pres">
      <dgm:prSet presAssocID="{F2958AED-09AB-4BBC-8455-726F8919A4B7}" presName="connTx" presStyleLbl="parChTrans1D3" presStyleIdx="1" presStyleCnt="2"/>
      <dgm:spPr/>
    </dgm:pt>
    <dgm:pt modelId="{5E73C819-8390-4989-9ED9-EE243EBF258D}" type="pres">
      <dgm:prSet presAssocID="{21B4F687-7020-43B5-A662-3E121C9A1609}" presName="root2" presStyleCnt="0"/>
      <dgm:spPr/>
    </dgm:pt>
    <dgm:pt modelId="{6DE5C4DA-4EB8-4334-B3E0-5E575B3869FA}" type="pres">
      <dgm:prSet presAssocID="{21B4F687-7020-43B5-A662-3E121C9A1609}" presName="LevelTwoTextNode" presStyleLbl="node3" presStyleIdx="1" presStyleCnt="2" custScaleX="205827">
        <dgm:presLayoutVars>
          <dgm:chPref val="3"/>
        </dgm:presLayoutVars>
      </dgm:prSet>
      <dgm:spPr/>
    </dgm:pt>
    <dgm:pt modelId="{FB871BCF-DCCA-4F69-A315-CF8C4CCE42CF}" type="pres">
      <dgm:prSet presAssocID="{21B4F687-7020-43B5-A662-3E121C9A1609}" presName="level3hierChild" presStyleCnt="0"/>
      <dgm:spPr/>
    </dgm:pt>
  </dgm:ptLst>
  <dgm:cxnLst>
    <dgm:cxn modelId="{D830EC01-DFEF-4955-854C-81D740452877}" srcId="{DC18648A-0210-463C-96E3-2B63497E2BC6}" destId="{134C4845-0E3B-4E9F-AFA1-3561907E2A0C}" srcOrd="0" destOrd="0" parTransId="{C3EFB47A-16F1-4C01-A5B3-C6A4BAD070C1}" sibTransId="{3447BFE8-3A26-4B38-840D-A8C41EEC7781}"/>
    <dgm:cxn modelId="{02AECD19-D73E-4C95-8B76-44461DAA5962}" type="presOf" srcId="{21B4F687-7020-43B5-A662-3E121C9A1609}" destId="{6DE5C4DA-4EB8-4334-B3E0-5E575B3869FA}" srcOrd="0" destOrd="0" presId="urn:microsoft.com/office/officeart/2008/layout/HorizontalMultiLevelHierarchy"/>
    <dgm:cxn modelId="{A4F4661D-D9C2-4491-8A76-2354D4AFF9BF}" type="presOf" srcId="{7757F9A3-5676-49B8-91C2-4C437AC6F9FC}" destId="{94544464-24CD-43A4-A8C3-120D85E6894E}" srcOrd="0" destOrd="0" presId="urn:microsoft.com/office/officeart/2008/layout/HorizontalMultiLevelHierarchy"/>
    <dgm:cxn modelId="{B8D6071E-EAC4-4C38-82C6-EB611D8DD9F4}" srcId="{9AF2B5D1-579E-4CC8-A389-6B8B9E48AAA1}" destId="{21B4F687-7020-43B5-A662-3E121C9A1609}" srcOrd="0" destOrd="0" parTransId="{F2958AED-09AB-4BBC-8455-726F8919A4B7}" sibTransId="{6377251C-585D-406F-B071-FD5BC2F2644E}"/>
    <dgm:cxn modelId="{CA852C1E-40AE-459C-9478-48009D0EF008}" srcId="{7757F9A3-5676-49B8-91C2-4C437AC6F9FC}" destId="{6AFCDC4C-F807-4B28-B928-29C1210979FB}" srcOrd="0" destOrd="0" parTransId="{29CE682F-12D3-41DE-9F75-B6C39E437FD0}" sibTransId="{90B2D8E4-BE16-463D-BB7B-406392CC024A}"/>
    <dgm:cxn modelId="{40D78920-E4AB-4E05-B1EF-CDAD483F4459}" type="presOf" srcId="{9AF2B5D1-579E-4CC8-A389-6B8B9E48AAA1}" destId="{B8288034-D6D8-41EB-813F-B90EDD28CEE7}" srcOrd="0" destOrd="0" presId="urn:microsoft.com/office/officeart/2008/layout/HorizontalMultiLevelHierarchy"/>
    <dgm:cxn modelId="{2ED52B24-9263-49AA-B10B-E263060EE4B8}" type="presOf" srcId="{6AFCDC4C-F807-4B28-B928-29C1210979FB}" destId="{D81A5F6A-9077-4B3E-86F2-1AA24763D5C1}" srcOrd="0" destOrd="0" presId="urn:microsoft.com/office/officeart/2008/layout/HorizontalMultiLevelHierarchy"/>
    <dgm:cxn modelId="{B78BC831-433A-4D57-B9A0-C506A43D01BF}" type="presOf" srcId="{BC3C6F96-81E6-4600-A17F-4286E1C6040B}" destId="{DCE23B4B-7090-42A6-9F21-B45CC83724F2}" srcOrd="1" destOrd="0" presId="urn:microsoft.com/office/officeart/2008/layout/HorizontalMultiLevelHierarchy"/>
    <dgm:cxn modelId="{4D30786A-D711-416F-A13E-8B65A3FEF414}" type="presOf" srcId="{96132D91-FAAC-4FE3-BD44-0C89EAABF462}" destId="{E87AECCE-E49B-4265-835C-DD1B03B19445}" srcOrd="1" destOrd="0" presId="urn:microsoft.com/office/officeart/2008/layout/HorizontalMultiLevelHierarchy"/>
    <dgm:cxn modelId="{D0B2F86F-DAF6-4383-87E5-87619BFBF96C}" srcId="{6AFCDC4C-F807-4B28-B928-29C1210979FB}" destId="{9AF2B5D1-579E-4CC8-A389-6B8B9E48AAA1}" srcOrd="1" destOrd="0" parTransId="{BC3C6F96-81E6-4600-A17F-4286E1C6040B}" sibTransId="{0FA6BF55-5282-4C57-97C2-42498CC7A68C}"/>
    <dgm:cxn modelId="{009BE573-057E-4B89-A10D-381C3ABA3BCB}" srcId="{6AFCDC4C-F807-4B28-B928-29C1210979FB}" destId="{DC18648A-0210-463C-96E3-2B63497E2BC6}" srcOrd="0" destOrd="0" parTransId="{96132D91-FAAC-4FE3-BD44-0C89EAABF462}" sibTransId="{FF5EEBB3-A33A-4363-BC02-07F0A80EAB78}"/>
    <dgm:cxn modelId="{35F86476-5A95-44EF-81C7-A6D99B96D8F9}" type="presOf" srcId="{F2958AED-09AB-4BBC-8455-726F8919A4B7}" destId="{83A14C00-1D80-4223-A3AD-A67262E11BB6}" srcOrd="1" destOrd="0" presId="urn:microsoft.com/office/officeart/2008/layout/HorizontalMultiLevelHierarchy"/>
    <dgm:cxn modelId="{88CBDC89-C249-464C-B35D-ABE4643334FB}" type="presOf" srcId="{C3EFB47A-16F1-4C01-A5B3-C6A4BAD070C1}" destId="{F934E518-7BCB-446D-A7B3-906B1267C89A}" srcOrd="0" destOrd="0" presId="urn:microsoft.com/office/officeart/2008/layout/HorizontalMultiLevelHierarchy"/>
    <dgm:cxn modelId="{4F1D609D-EC1D-4D37-8005-3FCAB32A368C}" type="presOf" srcId="{BC3C6F96-81E6-4600-A17F-4286E1C6040B}" destId="{B17BD06E-CA9D-4465-9D0F-06D500804BD3}" srcOrd="0" destOrd="0" presId="urn:microsoft.com/office/officeart/2008/layout/HorizontalMultiLevelHierarchy"/>
    <dgm:cxn modelId="{391C93A0-F7D9-4646-9E5B-1EB77F7B155A}" type="presOf" srcId="{96132D91-FAAC-4FE3-BD44-0C89EAABF462}" destId="{97C470E0-4F73-4CCF-94CE-02CD69C9B1AC}" srcOrd="0" destOrd="0" presId="urn:microsoft.com/office/officeart/2008/layout/HorizontalMultiLevelHierarchy"/>
    <dgm:cxn modelId="{D19CE1A6-7350-45CE-987B-DD5E33AF0D3C}" type="presOf" srcId="{F2958AED-09AB-4BBC-8455-726F8919A4B7}" destId="{6615F37B-DFFD-4983-9040-6C212E575305}" srcOrd="0" destOrd="0" presId="urn:microsoft.com/office/officeart/2008/layout/HorizontalMultiLevelHierarchy"/>
    <dgm:cxn modelId="{A0301CA9-E9DD-4F45-9239-474AA2D1115A}" type="presOf" srcId="{134C4845-0E3B-4E9F-AFA1-3561907E2A0C}" destId="{68D6ED66-76C7-4999-987E-13133E9064CC}" srcOrd="0" destOrd="0" presId="urn:microsoft.com/office/officeart/2008/layout/HorizontalMultiLevelHierarchy"/>
    <dgm:cxn modelId="{9A6253B8-5D35-4AD2-9D6B-920E93FCA2EA}" type="presOf" srcId="{DC18648A-0210-463C-96E3-2B63497E2BC6}" destId="{7DD5F15E-C75C-462A-B942-D3A25D0305F8}" srcOrd="0" destOrd="0" presId="urn:microsoft.com/office/officeart/2008/layout/HorizontalMultiLevelHierarchy"/>
    <dgm:cxn modelId="{99064ED7-8815-4B9A-B21F-FD7723819532}" type="presOf" srcId="{C3EFB47A-16F1-4C01-A5B3-C6A4BAD070C1}" destId="{58D91B5C-CCAB-4A03-95A6-87DBC8E79A6E}" srcOrd="1" destOrd="0" presId="urn:microsoft.com/office/officeart/2008/layout/HorizontalMultiLevelHierarchy"/>
    <dgm:cxn modelId="{AF1A2911-67BC-49ED-9F04-DF0950B70F7D}" type="presParOf" srcId="{94544464-24CD-43A4-A8C3-120D85E6894E}" destId="{A2A2EC44-0CB7-46E0-AC1B-E7A7930F289E}" srcOrd="0" destOrd="0" presId="urn:microsoft.com/office/officeart/2008/layout/HorizontalMultiLevelHierarchy"/>
    <dgm:cxn modelId="{43B9D2EE-A18B-49A5-A052-515B773A6F4F}" type="presParOf" srcId="{A2A2EC44-0CB7-46E0-AC1B-E7A7930F289E}" destId="{D81A5F6A-9077-4B3E-86F2-1AA24763D5C1}" srcOrd="0" destOrd="0" presId="urn:microsoft.com/office/officeart/2008/layout/HorizontalMultiLevelHierarchy"/>
    <dgm:cxn modelId="{91A7E4C7-9014-43F9-AFE7-819FC9B16EE8}" type="presParOf" srcId="{A2A2EC44-0CB7-46E0-AC1B-E7A7930F289E}" destId="{AECE6B5B-96EC-4C69-A05C-AB6346F2BB37}" srcOrd="1" destOrd="0" presId="urn:microsoft.com/office/officeart/2008/layout/HorizontalMultiLevelHierarchy"/>
    <dgm:cxn modelId="{A94C672D-7AD8-4EBA-9463-27C6929C5002}" type="presParOf" srcId="{AECE6B5B-96EC-4C69-A05C-AB6346F2BB37}" destId="{97C470E0-4F73-4CCF-94CE-02CD69C9B1AC}" srcOrd="0" destOrd="0" presId="urn:microsoft.com/office/officeart/2008/layout/HorizontalMultiLevelHierarchy"/>
    <dgm:cxn modelId="{15EB2C63-3D74-42DF-BF0C-BF8EB252B364}" type="presParOf" srcId="{97C470E0-4F73-4CCF-94CE-02CD69C9B1AC}" destId="{E87AECCE-E49B-4265-835C-DD1B03B19445}" srcOrd="0" destOrd="0" presId="urn:microsoft.com/office/officeart/2008/layout/HorizontalMultiLevelHierarchy"/>
    <dgm:cxn modelId="{A84F1CBF-A16E-4274-AB4D-640665198517}" type="presParOf" srcId="{AECE6B5B-96EC-4C69-A05C-AB6346F2BB37}" destId="{79123840-0C07-47F2-91AF-9670BF6554EC}" srcOrd="1" destOrd="0" presId="urn:microsoft.com/office/officeart/2008/layout/HorizontalMultiLevelHierarchy"/>
    <dgm:cxn modelId="{AF8143F7-35D9-4774-A48C-7E74E4CA3D0B}" type="presParOf" srcId="{79123840-0C07-47F2-91AF-9670BF6554EC}" destId="{7DD5F15E-C75C-462A-B942-D3A25D0305F8}" srcOrd="0" destOrd="0" presId="urn:microsoft.com/office/officeart/2008/layout/HorizontalMultiLevelHierarchy"/>
    <dgm:cxn modelId="{75F2FAE7-8D43-443C-B0BA-9F3983A89C22}" type="presParOf" srcId="{79123840-0C07-47F2-91AF-9670BF6554EC}" destId="{F7664542-C90B-4FEA-9A92-B469D3ADE1A4}" srcOrd="1" destOrd="0" presId="urn:microsoft.com/office/officeart/2008/layout/HorizontalMultiLevelHierarchy"/>
    <dgm:cxn modelId="{7183A682-A9BB-4638-9DE3-1D915BDDD380}" type="presParOf" srcId="{F7664542-C90B-4FEA-9A92-B469D3ADE1A4}" destId="{F934E518-7BCB-446D-A7B3-906B1267C89A}" srcOrd="0" destOrd="0" presId="urn:microsoft.com/office/officeart/2008/layout/HorizontalMultiLevelHierarchy"/>
    <dgm:cxn modelId="{EAB8FCF9-F78C-4DA1-93A8-F74503F169CA}" type="presParOf" srcId="{F934E518-7BCB-446D-A7B3-906B1267C89A}" destId="{58D91B5C-CCAB-4A03-95A6-87DBC8E79A6E}" srcOrd="0" destOrd="0" presId="urn:microsoft.com/office/officeart/2008/layout/HorizontalMultiLevelHierarchy"/>
    <dgm:cxn modelId="{2AB62DB9-D27F-436D-A771-B8C5C8AD99B6}" type="presParOf" srcId="{F7664542-C90B-4FEA-9A92-B469D3ADE1A4}" destId="{8B5DB0E2-C73C-40F9-BD01-3FCFC6A4F98F}" srcOrd="1" destOrd="0" presId="urn:microsoft.com/office/officeart/2008/layout/HorizontalMultiLevelHierarchy"/>
    <dgm:cxn modelId="{5FA439E9-0952-4964-A632-B22475C832A8}" type="presParOf" srcId="{8B5DB0E2-C73C-40F9-BD01-3FCFC6A4F98F}" destId="{68D6ED66-76C7-4999-987E-13133E9064CC}" srcOrd="0" destOrd="0" presId="urn:microsoft.com/office/officeart/2008/layout/HorizontalMultiLevelHierarchy"/>
    <dgm:cxn modelId="{16107C07-31FA-49EF-B565-6A2F0BE54F72}" type="presParOf" srcId="{8B5DB0E2-C73C-40F9-BD01-3FCFC6A4F98F}" destId="{9BCA28FC-D86E-43C5-BE97-71C3BD166C73}" srcOrd="1" destOrd="0" presId="urn:microsoft.com/office/officeart/2008/layout/HorizontalMultiLevelHierarchy"/>
    <dgm:cxn modelId="{878D33D6-8733-418C-BC3E-A4A6F68B0DFB}" type="presParOf" srcId="{AECE6B5B-96EC-4C69-A05C-AB6346F2BB37}" destId="{B17BD06E-CA9D-4465-9D0F-06D500804BD3}" srcOrd="2" destOrd="0" presId="urn:microsoft.com/office/officeart/2008/layout/HorizontalMultiLevelHierarchy"/>
    <dgm:cxn modelId="{AFDB6CA0-9DE9-4753-B17E-D11DAF7B4E14}" type="presParOf" srcId="{B17BD06E-CA9D-4465-9D0F-06D500804BD3}" destId="{DCE23B4B-7090-42A6-9F21-B45CC83724F2}" srcOrd="0" destOrd="0" presId="urn:microsoft.com/office/officeart/2008/layout/HorizontalMultiLevelHierarchy"/>
    <dgm:cxn modelId="{69CB4D5E-CCB6-468F-81DA-84B29A8F79B9}" type="presParOf" srcId="{AECE6B5B-96EC-4C69-A05C-AB6346F2BB37}" destId="{3AE15159-9CD0-40FA-9067-2EB5E3EB0D9C}" srcOrd="3" destOrd="0" presId="urn:microsoft.com/office/officeart/2008/layout/HorizontalMultiLevelHierarchy"/>
    <dgm:cxn modelId="{FA125376-A623-4EBB-A5B6-D1DA0A8A2671}" type="presParOf" srcId="{3AE15159-9CD0-40FA-9067-2EB5E3EB0D9C}" destId="{B8288034-D6D8-41EB-813F-B90EDD28CEE7}" srcOrd="0" destOrd="0" presId="urn:microsoft.com/office/officeart/2008/layout/HorizontalMultiLevelHierarchy"/>
    <dgm:cxn modelId="{8C2F110A-B62A-4DE8-B2B1-7B13AC341D7F}" type="presParOf" srcId="{3AE15159-9CD0-40FA-9067-2EB5E3EB0D9C}" destId="{540B7202-FCBB-43C8-942B-3FE95C18DEA2}" srcOrd="1" destOrd="0" presId="urn:microsoft.com/office/officeart/2008/layout/HorizontalMultiLevelHierarchy"/>
    <dgm:cxn modelId="{A39FA02B-2AEB-430D-A213-655DE3368C24}" type="presParOf" srcId="{540B7202-FCBB-43C8-942B-3FE95C18DEA2}" destId="{6615F37B-DFFD-4983-9040-6C212E575305}" srcOrd="0" destOrd="0" presId="urn:microsoft.com/office/officeart/2008/layout/HorizontalMultiLevelHierarchy"/>
    <dgm:cxn modelId="{22CEE404-13A6-4F2B-9E27-B666D4D3E834}" type="presParOf" srcId="{6615F37B-DFFD-4983-9040-6C212E575305}" destId="{83A14C00-1D80-4223-A3AD-A67262E11BB6}" srcOrd="0" destOrd="0" presId="urn:microsoft.com/office/officeart/2008/layout/HorizontalMultiLevelHierarchy"/>
    <dgm:cxn modelId="{43200701-F66A-4865-B4B7-7E1D5C50F85F}" type="presParOf" srcId="{540B7202-FCBB-43C8-942B-3FE95C18DEA2}" destId="{5E73C819-8390-4989-9ED9-EE243EBF258D}" srcOrd="1" destOrd="0" presId="urn:microsoft.com/office/officeart/2008/layout/HorizontalMultiLevelHierarchy"/>
    <dgm:cxn modelId="{B620F119-AB26-48B7-9E29-379F1F0832E6}" type="presParOf" srcId="{5E73C819-8390-4989-9ED9-EE243EBF258D}" destId="{6DE5C4DA-4EB8-4334-B3E0-5E575B3869FA}" srcOrd="0" destOrd="0" presId="urn:microsoft.com/office/officeart/2008/layout/HorizontalMultiLevelHierarchy"/>
    <dgm:cxn modelId="{0BD4D5C0-7BBB-4F93-8963-DCA7C6387889}" type="presParOf" srcId="{5E73C819-8390-4989-9ED9-EE243EBF258D}" destId="{FB871BCF-DCCA-4F69-A315-CF8C4CCE42C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5F37B-DFFD-4983-9040-6C212E575305}">
      <dsp:nvSpPr>
        <dsp:cNvPr id="0" name=""/>
        <dsp:cNvSpPr/>
      </dsp:nvSpPr>
      <dsp:spPr>
        <a:xfrm>
          <a:off x="18903800" y="11680408"/>
          <a:ext cx="23432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43215" y="4572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>
            <a:latin typeface="Bahnschrift Light" panose="020B0502040204020203" pitchFamily="34" charset="0"/>
          </a:endParaRPr>
        </a:p>
      </dsp:txBody>
      <dsp:txXfrm>
        <a:off x="20016828" y="11667547"/>
        <a:ext cx="117160" cy="117160"/>
      </dsp:txXfrm>
    </dsp:sp>
    <dsp:sp modelId="{B17BD06E-CA9D-4465-9D0F-06D500804BD3}">
      <dsp:nvSpPr>
        <dsp:cNvPr id="0" name=""/>
        <dsp:cNvSpPr/>
      </dsp:nvSpPr>
      <dsp:spPr>
        <a:xfrm>
          <a:off x="4844507" y="9418320"/>
          <a:ext cx="2343215" cy="2307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71607" y="0"/>
              </a:lnTo>
              <a:lnTo>
                <a:pt x="1171607" y="2307808"/>
              </a:lnTo>
              <a:lnTo>
                <a:pt x="2343215" y="230780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latin typeface="Bahnschrift Light" panose="020B0502040204020203" pitchFamily="34" charset="0"/>
          </a:endParaRPr>
        </a:p>
      </dsp:txBody>
      <dsp:txXfrm>
        <a:off x="5933893" y="10490002"/>
        <a:ext cx="164443" cy="164443"/>
      </dsp:txXfrm>
    </dsp:sp>
    <dsp:sp modelId="{F934E518-7BCB-446D-A7B3-906B1267C89A}">
      <dsp:nvSpPr>
        <dsp:cNvPr id="0" name=""/>
        <dsp:cNvSpPr/>
      </dsp:nvSpPr>
      <dsp:spPr>
        <a:xfrm>
          <a:off x="18903800" y="7064791"/>
          <a:ext cx="23432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43215" y="4572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>
            <a:latin typeface="Bahnschrift Light" panose="020B0502040204020203" pitchFamily="34" charset="0"/>
          </a:endParaRPr>
        </a:p>
      </dsp:txBody>
      <dsp:txXfrm>
        <a:off x="20016828" y="7051931"/>
        <a:ext cx="117160" cy="117160"/>
      </dsp:txXfrm>
    </dsp:sp>
    <dsp:sp modelId="{97C470E0-4F73-4CCF-94CE-02CD69C9B1AC}">
      <dsp:nvSpPr>
        <dsp:cNvPr id="0" name=""/>
        <dsp:cNvSpPr/>
      </dsp:nvSpPr>
      <dsp:spPr>
        <a:xfrm>
          <a:off x="4844507" y="7110511"/>
          <a:ext cx="2343215" cy="2307808"/>
        </a:xfrm>
        <a:custGeom>
          <a:avLst/>
          <a:gdLst/>
          <a:ahLst/>
          <a:cxnLst/>
          <a:rect l="0" t="0" r="0" b="0"/>
          <a:pathLst>
            <a:path>
              <a:moveTo>
                <a:pt x="0" y="2307808"/>
              </a:moveTo>
              <a:lnTo>
                <a:pt x="1171607" y="2307808"/>
              </a:lnTo>
              <a:lnTo>
                <a:pt x="1171607" y="0"/>
              </a:lnTo>
              <a:lnTo>
                <a:pt x="2343215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latin typeface="Bahnschrift Light" panose="020B0502040204020203" pitchFamily="34" charset="0"/>
          </a:endParaRPr>
        </a:p>
      </dsp:txBody>
      <dsp:txXfrm>
        <a:off x="5933893" y="8182194"/>
        <a:ext cx="164443" cy="164443"/>
      </dsp:txXfrm>
    </dsp:sp>
    <dsp:sp modelId="{D81A5F6A-9077-4B3E-86F2-1AA24763D5C1}">
      <dsp:nvSpPr>
        <dsp:cNvPr id="0" name=""/>
        <dsp:cNvSpPr/>
      </dsp:nvSpPr>
      <dsp:spPr>
        <a:xfrm rot="16200000">
          <a:off x="-6341413" y="7632332"/>
          <a:ext cx="18799867" cy="35719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410" tIns="105410" rIns="105410" bIns="105410" numCol="1" spcCol="1270" anchor="ctr" anchorCtr="0">
          <a:noAutofit/>
        </a:bodyPr>
        <a:lstStyle/>
        <a:p>
          <a:pPr marL="0" lvl="0" indent="0" algn="ctr" defTabSz="7378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600" b="1" kern="1200">
              <a:latin typeface="Bahnschrift Light" panose="020B0502040204020203" pitchFamily="34" charset="0"/>
            </a:rPr>
            <a:t>Functions</a:t>
          </a:r>
          <a:endParaRPr lang="en-IN" sz="16600" b="1" kern="1200" dirty="0">
            <a:latin typeface="Bahnschrift Light" panose="020B0502040204020203" pitchFamily="34" charset="0"/>
          </a:endParaRPr>
        </a:p>
      </dsp:txBody>
      <dsp:txXfrm>
        <a:off x="-6341413" y="7632332"/>
        <a:ext cx="18799867" cy="3571974"/>
      </dsp:txXfrm>
    </dsp:sp>
    <dsp:sp modelId="{7DD5F15E-C75C-462A-B942-D3A25D0305F8}">
      <dsp:nvSpPr>
        <dsp:cNvPr id="0" name=""/>
        <dsp:cNvSpPr/>
      </dsp:nvSpPr>
      <dsp:spPr>
        <a:xfrm>
          <a:off x="7187723" y="5324524"/>
          <a:ext cx="11716077" cy="35719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600" kern="1200">
              <a:latin typeface="Bahnschrift Light" panose="020B0502040204020203" pitchFamily="34" charset="0"/>
            </a:rPr>
            <a:t>Pre defined</a:t>
          </a:r>
          <a:endParaRPr lang="en-IN" sz="9600" kern="1200" dirty="0">
            <a:latin typeface="Bahnschrift Light" panose="020B0502040204020203" pitchFamily="34" charset="0"/>
          </a:endParaRPr>
        </a:p>
      </dsp:txBody>
      <dsp:txXfrm>
        <a:off x="7187723" y="5324524"/>
        <a:ext cx="11716077" cy="3571974"/>
      </dsp:txXfrm>
    </dsp:sp>
    <dsp:sp modelId="{68D6ED66-76C7-4999-987E-13133E9064CC}">
      <dsp:nvSpPr>
        <dsp:cNvPr id="0" name=""/>
        <dsp:cNvSpPr/>
      </dsp:nvSpPr>
      <dsp:spPr>
        <a:xfrm>
          <a:off x="21247016" y="5173876"/>
          <a:ext cx="23648550" cy="387327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600" kern="1200" dirty="0">
              <a:solidFill>
                <a:schemeClr val="tx1"/>
              </a:solidFill>
              <a:latin typeface="Bahnschrift Light" panose="020B0502040204020203" pitchFamily="34" charset="0"/>
            </a:rPr>
            <a:t>Such functions are defined at the time of making of any language.</a:t>
          </a:r>
        </a:p>
      </dsp:txBody>
      <dsp:txXfrm>
        <a:off x="21247016" y="5173876"/>
        <a:ext cx="23648550" cy="3873270"/>
      </dsp:txXfrm>
    </dsp:sp>
    <dsp:sp modelId="{B8288034-D6D8-41EB-813F-B90EDD28CEE7}">
      <dsp:nvSpPr>
        <dsp:cNvPr id="0" name=""/>
        <dsp:cNvSpPr/>
      </dsp:nvSpPr>
      <dsp:spPr>
        <a:xfrm>
          <a:off x="7187723" y="9940140"/>
          <a:ext cx="11716077" cy="35719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600" kern="1200">
              <a:latin typeface="Bahnschrift Light" panose="020B0502040204020203" pitchFamily="34" charset="0"/>
            </a:rPr>
            <a:t>User defined</a:t>
          </a:r>
          <a:endParaRPr lang="en-IN" sz="9600" kern="1200" dirty="0">
            <a:latin typeface="Bahnschrift Light" panose="020B0502040204020203" pitchFamily="34" charset="0"/>
          </a:endParaRPr>
        </a:p>
      </dsp:txBody>
      <dsp:txXfrm>
        <a:off x="7187723" y="9940140"/>
        <a:ext cx="11716077" cy="3571974"/>
      </dsp:txXfrm>
    </dsp:sp>
    <dsp:sp modelId="{6DE5C4DA-4EB8-4334-B3E0-5E575B3869FA}">
      <dsp:nvSpPr>
        <dsp:cNvPr id="0" name=""/>
        <dsp:cNvSpPr/>
      </dsp:nvSpPr>
      <dsp:spPr>
        <a:xfrm>
          <a:off x="21247016" y="9940140"/>
          <a:ext cx="24114850" cy="35719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4267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600" kern="1200" dirty="0">
              <a:solidFill>
                <a:schemeClr val="tx1"/>
              </a:solidFill>
              <a:latin typeface="Bahnschrift Light" panose="020B0502040204020203" pitchFamily="34" charset="0"/>
            </a:rPr>
            <a:t>Such function are defined by users according to their needs.</a:t>
          </a:r>
        </a:p>
      </dsp:txBody>
      <dsp:txXfrm>
        <a:off x="21247016" y="9940140"/>
        <a:ext cx="24114850" cy="3571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4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0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16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521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092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3681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9240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974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1574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31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140"/>
            <a:ext cx="5112678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834527" y="11154220"/>
            <a:ext cx="25378999" cy="64948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20989494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33628432" cy="1770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52352" y="1546914"/>
            <a:ext cx="28293013" cy="2139937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6600" dirty="0"/>
              <a:t>JavaScript </a:t>
            </a:r>
            <a:br>
              <a:rPr lang="en-US" sz="16600" dirty="0"/>
            </a:br>
            <a:r>
              <a:rPr lang="en-US" sz="16600" dirty="0"/>
              <a:t>(</a:t>
            </a:r>
            <a:r>
              <a:rPr lang="en-IN" sz="1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Functions in JavaScript)</a:t>
            </a:r>
            <a:endParaRPr lang="en-US" sz="16600" dirty="0">
              <a:solidFill>
                <a:schemeClr val="bg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0371" y="2118614"/>
            <a:ext cx="3704249" cy="40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9197" y="4953822"/>
            <a:ext cx="2695435" cy="29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678" y="22593626"/>
            <a:ext cx="3277436" cy="384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1680" y="20296861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46507" y="21044142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58" y="1067198"/>
            <a:ext cx="9840991" cy="36566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366" y="26382081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1"/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8AFEE7-35FB-75A8-BF26-E74810B3C6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2504" y="11638121"/>
            <a:ext cx="7965058" cy="5454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8823957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935861" y="115271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23900" dirty="0">
                <a:solidFill>
                  <a:schemeClr val="bg1"/>
                </a:solidFill>
                <a:latin typeface="Bahnschrift Light" panose="020B0502040204020203" pitchFamily="34" charset="0"/>
              </a:rPr>
              <a:t>Our Agenda.</a:t>
            </a:r>
            <a:endParaRPr lang="en-IN" sz="59500" dirty="0">
              <a:solidFill>
                <a:schemeClr val="bg1"/>
              </a:solidFill>
              <a:latin typeface="Norm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9189721" y="18363974"/>
            <a:ext cx="12618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IN" sz="9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What are functions?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EBB92-04A5-9F32-C558-96341C49E022}"/>
              </a:ext>
            </a:extLst>
          </p:cNvPr>
          <p:cNvGrpSpPr/>
          <p:nvPr/>
        </p:nvGrpSpPr>
        <p:grpSpPr>
          <a:xfrm>
            <a:off x="11564612" y="6631968"/>
            <a:ext cx="5036169" cy="10852203"/>
            <a:chOff x="7175492" y="8232168"/>
            <a:chExt cx="5036169" cy="108522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4F220F-16CD-BE5D-6340-89D11D5D1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9F1BBA-8765-D247-D32E-B1683A1B586D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1D6EC0-2614-0491-0BEC-B284DABEE50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C00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828B14-0C10-D8A4-81A6-98908B7A052C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70816224-6284-D409-FC55-8192D5EB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AA983AAA-5EBD-FE5D-46A4-B2AA9BD81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CAD8993-179C-2C49-2680-08A1009D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0CBEC5-31AF-D227-AC27-4C6CDFDD73E1}"/>
              </a:ext>
            </a:extLst>
          </p:cNvPr>
          <p:cNvGrpSpPr/>
          <p:nvPr/>
        </p:nvGrpSpPr>
        <p:grpSpPr>
          <a:xfrm>
            <a:off x="23028918" y="6487448"/>
            <a:ext cx="5036169" cy="13947263"/>
            <a:chOff x="28227028" y="6213128"/>
            <a:chExt cx="5036169" cy="1394726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4441266-6C8B-1D87-903D-E9A7331B113F}"/>
                </a:ext>
              </a:extLst>
            </p:cNvPr>
            <p:cNvGrpSpPr/>
            <p:nvPr/>
          </p:nvGrpSpPr>
          <p:grpSpPr>
            <a:xfrm>
              <a:off x="29261894" y="12321354"/>
              <a:ext cx="1644882" cy="1118443"/>
              <a:chOff x="3416301" y="2947988"/>
              <a:chExt cx="346075" cy="234950"/>
            </a:xfrm>
          </p:grpSpPr>
          <p:sp>
            <p:nvSpPr>
              <p:cNvPr id="40" name="Freeform 36">
                <a:extLst>
                  <a:ext uri="{FF2B5EF4-FFF2-40B4-BE49-F238E27FC236}">
                    <a16:creationId xmlns:a16="http://schemas.microsoft.com/office/drawing/2014/main" id="{15214F91-C599-B05E-56FD-EC9E47B21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1" name="Freeform 37">
                <a:extLst>
                  <a:ext uri="{FF2B5EF4-FFF2-40B4-BE49-F238E27FC236}">
                    <a16:creationId xmlns:a16="http://schemas.microsoft.com/office/drawing/2014/main" id="{30FB41BF-0635-4848-A40B-A0748E940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2" name="Freeform 38">
                <a:extLst>
                  <a:ext uri="{FF2B5EF4-FFF2-40B4-BE49-F238E27FC236}">
                    <a16:creationId xmlns:a16="http://schemas.microsoft.com/office/drawing/2014/main" id="{48C9D729-AB91-B484-9056-D4BBD730A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3E43DBC-6E01-A450-92AF-C8A624BA2F3A}"/>
                </a:ext>
              </a:extLst>
            </p:cNvPr>
            <p:cNvGrpSpPr/>
            <p:nvPr/>
          </p:nvGrpSpPr>
          <p:grpSpPr>
            <a:xfrm>
              <a:off x="28227028" y="6213128"/>
              <a:ext cx="5036169" cy="5043942"/>
              <a:chOff x="9740908" y="6380768"/>
              <a:chExt cx="5036169" cy="5043942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EE1409-BBE9-8CA9-4C8D-6030D599123C}"/>
                  </a:ext>
                </a:extLst>
              </p:cNvPr>
              <p:cNvSpPr/>
              <p:nvPr/>
            </p:nvSpPr>
            <p:spPr>
              <a:xfrm>
                <a:off x="9740908" y="6380768"/>
                <a:ext cx="5036169" cy="5043942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71D8675-FCBE-0FB1-C222-6D7CD88F585C}"/>
                  </a:ext>
                </a:extLst>
              </p:cNvPr>
              <p:cNvSpPr/>
              <p:nvPr/>
            </p:nvSpPr>
            <p:spPr>
              <a:xfrm>
                <a:off x="10355669" y="6916942"/>
                <a:ext cx="3715208" cy="3720931"/>
              </a:xfrm>
              <a:prstGeom prst="ellipse">
                <a:avLst/>
              </a:prstGeom>
              <a:solidFill>
                <a:srgbClr val="8B0C3C"/>
              </a:solidFill>
              <a:ln>
                <a:noFill/>
              </a:ln>
              <a:effectLst>
                <a:outerShdw blurRad="1143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6BF025D-51B6-A3C6-211E-5E73802D2423}"/>
                </a:ext>
              </a:extLst>
            </p:cNvPr>
            <p:cNvGrpSpPr/>
            <p:nvPr/>
          </p:nvGrpSpPr>
          <p:grpSpPr>
            <a:xfrm>
              <a:off x="29917214" y="7930105"/>
              <a:ext cx="1644882" cy="12230286"/>
              <a:chOff x="11476814" y="8206554"/>
              <a:chExt cx="1644882" cy="12230286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73AABC9-4592-8EE8-203B-396D0FCC6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7561" y="10672887"/>
                <a:ext cx="0" cy="9763953"/>
              </a:xfrm>
              <a:prstGeom prst="line">
                <a:avLst/>
              </a:prstGeom>
              <a:ln w="76200">
                <a:solidFill>
                  <a:schemeClr val="tx2">
                    <a:lumMod val="1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3220670-4389-9C99-FA44-8110E6EE6A1E}"/>
                  </a:ext>
                </a:extLst>
              </p:cNvPr>
              <p:cNvGrpSpPr/>
              <p:nvPr/>
            </p:nvGrpSpPr>
            <p:grpSpPr>
              <a:xfrm>
                <a:off x="11476814" y="8206554"/>
                <a:ext cx="1644882" cy="1118443"/>
                <a:chOff x="3416301" y="2947988"/>
                <a:chExt cx="346075" cy="234950"/>
              </a:xfrm>
            </p:grpSpPr>
            <p:sp>
              <p:nvSpPr>
                <p:cNvPr id="26" name="Freeform 36">
                  <a:extLst>
                    <a:ext uri="{FF2B5EF4-FFF2-40B4-BE49-F238E27FC236}">
                      <a16:creationId xmlns:a16="http://schemas.microsoft.com/office/drawing/2014/main" id="{4EFD1256-10E6-3F78-545D-5058E2B55A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6001" y="2947988"/>
                  <a:ext cx="112713" cy="93663"/>
                </a:xfrm>
                <a:custGeom>
                  <a:avLst/>
                  <a:gdLst>
                    <a:gd name="T0" fmla="*/ 71 w 71"/>
                    <a:gd name="T1" fmla="*/ 14 h 59"/>
                    <a:gd name="T2" fmla="*/ 56 w 71"/>
                    <a:gd name="T3" fmla="*/ 0 h 59"/>
                    <a:gd name="T4" fmla="*/ 0 w 71"/>
                    <a:gd name="T5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1" h="59">
                      <a:moveTo>
                        <a:pt x="71" y="14"/>
                      </a:moveTo>
                      <a:lnTo>
                        <a:pt x="56" y="0"/>
                      </a:lnTo>
                      <a:lnTo>
                        <a:pt x="0" y="59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7" name="Freeform 37">
                  <a:extLst>
                    <a:ext uri="{FF2B5EF4-FFF2-40B4-BE49-F238E27FC236}">
                      <a16:creationId xmlns:a16="http://schemas.microsoft.com/office/drawing/2014/main" id="{04A75D6D-614E-0E8C-4F2B-48200A8171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6301" y="3057525"/>
                  <a:ext cx="98425" cy="125413"/>
                </a:xfrm>
                <a:custGeom>
                  <a:avLst/>
                  <a:gdLst>
                    <a:gd name="T0" fmla="*/ 40 w 62"/>
                    <a:gd name="T1" fmla="*/ 12 h 79"/>
                    <a:gd name="T2" fmla="*/ 26 w 62"/>
                    <a:gd name="T3" fmla="*/ 0 h 79"/>
                    <a:gd name="T4" fmla="*/ 0 w 62"/>
                    <a:gd name="T5" fmla="*/ 26 h 79"/>
                    <a:gd name="T6" fmla="*/ 52 w 62"/>
                    <a:gd name="T7" fmla="*/ 79 h 79"/>
                    <a:gd name="T8" fmla="*/ 62 w 62"/>
                    <a:gd name="T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40" y="12"/>
                      </a:moveTo>
                      <a:lnTo>
                        <a:pt x="26" y="0"/>
                      </a:lnTo>
                      <a:lnTo>
                        <a:pt x="0" y="26"/>
                      </a:lnTo>
                      <a:lnTo>
                        <a:pt x="52" y="79"/>
                      </a:lnTo>
                      <a:lnTo>
                        <a:pt x="62" y="67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8" name="Freeform 38">
                  <a:extLst>
                    <a:ext uri="{FF2B5EF4-FFF2-40B4-BE49-F238E27FC236}">
                      <a16:creationId xmlns:a16="http://schemas.microsoft.com/office/drawing/2014/main" id="{714CB9C1-9783-015E-5203-9CE77F8D7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0913" y="2947988"/>
                  <a:ext cx="271463" cy="234950"/>
                </a:xfrm>
                <a:custGeom>
                  <a:avLst/>
                  <a:gdLst>
                    <a:gd name="T0" fmla="*/ 145 w 171"/>
                    <a:gd name="T1" fmla="*/ 0 h 148"/>
                    <a:gd name="T2" fmla="*/ 52 w 171"/>
                    <a:gd name="T3" fmla="*/ 95 h 148"/>
                    <a:gd name="T4" fmla="*/ 26 w 171"/>
                    <a:gd name="T5" fmla="*/ 69 h 148"/>
                    <a:gd name="T6" fmla="*/ 0 w 171"/>
                    <a:gd name="T7" fmla="*/ 95 h 148"/>
                    <a:gd name="T8" fmla="*/ 52 w 171"/>
                    <a:gd name="T9" fmla="*/ 148 h 148"/>
                    <a:gd name="T10" fmla="*/ 171 w 171"/>
                    <a:gd name="T11" fmla="*/ 26 h 148"/>
                    <a:gd name="T12" fmla="*/ 145 w 171"/>
                    <a:gd name="T13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1" h="148">
                      <a:moveTo>
                        <a:pt x="145" y="0"/>
                      </a:moveTo>
                      <a:lnTo>
                        <a:pt x="52" y="95"/>
                      </a:lnTo>
                      <a:lnTo>
                        <a:pt x="26" y="69"/>
                      </a:lnTo>
                      <a:lnTo>
                        <a:pt x="0" y="95"/>
                      </a:lnTo>
                      <a:lnTo>
                        <a:pt x="52" y="148"/>
                      </a:lnTo>
                      <a:lnTo>
                        <a:pt x="171" y="26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0839F32-6AEB-449D-6A13-07C6068C7ECF}"/>
              </a:ext>
            </a:extLst>
          </p:cNvPr>
          <p:cNvSpPr txBox="1"/>
          <p:nvPr/>
        </p:nvSpPr>
        <p:spPr>
          <a:xfrm>
            <a:off x="19556254" y="21777734"/>
            <a:ext cx="132616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IN" sz="96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Types of functions.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9FB8025-781D-116A-9FF9-CFAF04E04D21}"/>
              </a:ext>
            </a:extLst>
          </p:cNvPr>
          <p:cNvGrpSpPr/>
          <p:nvPr/>
        </p:nvGrpSpPr>
        <p:grpSpPr>
          <a:xfrm>
            <a:off x="33677852" y="6662449"/>
            <a:ext cx="5036169" cy="10634952"/>
            <a:chOff x="7175492" y="8232168"/>
            <a:chExt cx="5036169" cy="1085220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AADCDBB-1E6D-08A2-E750-10FA222CA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BD2D51B-95D7-E791-F94B-EC62ED7CAACC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F077487-807F-63DB-6098-2810215D637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C000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710B115-8435-FF1B-488C-A881D544D340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61" name="Freeform 36">
                <a:extLst>
                  <a:ext uri="{FF2B5EF4-FFF2-40B4-BE49-F238E27FC236}">
                    <a16:creationId xmlns:a16="http://schemas.microsoft.com/office/drawing/2014/main" id="{C4D6D400-EAAB-897B-3BDA-426E2A57A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2" name="Freeform 37">
                <a:extLst>
                  <a:ext uri="{FF2B5EF4-FFF2-40B4-BE49-F238E27FC236}">
                    <a16:creationId xmlns:a16="http://schemas.microsoft.com/office/drawing/2014/main" id="{DE3A1CB4-96DB-6361-E527-93736911E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3" name="Freeform 38">
                <a:extLst>
                  <a:ext uri="{FF2B5EF4-FFF2-40B4-BE49-F238E27FC236}">
                    <a16:creationId xmlns:a16="http://schemas.microsoft.com/office/drawing/2014/main" id="{E73450AD-AD83-D50E-BF15-4204322F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0308D55-1FB3-D304-E266-8238D519A7A8}"/>
              </a:ext>
            </a:extLst>
          </p:cNvPr>
          <p:cNvSpPr txBox="1"/>
          <p:nvPr/>
        </p:nvSpPr>
        <p:spPr>
          <a:xfrm>
            <a:off x="31028640" y="18272534"/>
            <a:ext cx="117195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9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How to make user defined functions.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162DB3-F1A8-E976-6CFE-BE395371F720}"/>
              </a:ext>
            </a:extLst>
          </p:cNvPr>
          <p:cNvGrpSpPr/>
          <p:nvPr/>
        </p:nvGrpSpPr>
        <p:grpSpPr>
          <a:xfrm>
            <a:off x="45567424" y="7808180"/>
            <a:ext cx="1855035" cy="5509697"/>
            <a:chOff x="29261894" y="7930100"/>
            <a:chExt cx="1855035" cy="550969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0A9172A-15FA-4D35-F02A-038203E5B379}"/>
                </a:ext>
              </a:extLst>
            </p:cNvPr>
            <p:cNvGrpSpPr/>
            <p:nvPr/>
          </p:nvGrpSpPr>
          <p:grpSpPr>
            <a:xfrm>
              <a:off x="29261894" y="12321354"/>
              <a:ext cx="1644882" cy="1118443"/>
              <a:chOff x="3416301" y="2947988"/>
              <a:chExt cx="346075" cy="234950"/>
            </a:xfrm>
          </p:grpSpPr>
          <p:sp>
            <p:nvSpPr>
              <p:cNvPr id="33" name="Freeform 36">
                <a:extLst>
                  <a:ext uri="{FF2B5EF4-FFF2-40B4-BE49-F238E27FC236}">
                    <a16:creationId xmlns:a16="http://schemas.microsoft.com/office/drawing/2014/main" id="{B8200EF4-F483-6129-320B-F70F16D0D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34" name="Freeform 37">
                <a:extLst>
                  <a:ext uri="{FF2B5EF4-FFF2-40B4-BE49-F238E27FC236}">
                    <a16:creationId xmlns:a16="http://schemas.microsoft.com/office/drawing/2014/main" id="{A8D98B56-8997-C1D4-F7B0-8A2CF258D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35" name="Freeform 38">
                <a:extLst>
                  <a:ext uri="{FF2B5EF4-FFF2-40B4-BE49-F238E27FC236}">
                    <a16:creationId xmlns:a16="http://schemas.microsoft.com/office/drawing/2014/main" id="{E13A6792-EE38-8569-0790-E0D419F07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8" name="Freeform 36">
              <a:extLst>
                <a:ext uri="{FF2B5EF4-FFF2-40B4-BE49-F238E27FC236}">
                  <a16:creationId xmlns:a16="http://schemas.microsoft.com/office/drawing/2014/main" id="{F72420A4-864B-E967-8B10-DD50F8B6F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1208" y="7930100"/>
              <a:ext cx="535721" cy="445868"/>
            </a:xfrm>
            <a:custGeom>
              <a:avLst/>
              <a:gdLst>
                <a:gd name="T0" fmla="*/ 71 w 71"/>
                <a:gd name="T1" fmla="*/ 14 h 59"/>
                <a:gd name="T2" fmla="*/ 56 w 71"/>
                <a:gd name="T3" fmla="*/ 0 h 59"/>
                <a:gd name="T4" fmla="*/ 0 w 71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59">
                  <a:moveTo>
                    <a:pt x="71" y="14"/>
                  </a:moveTo>
                  <a:lnTo>
                    <a:pt x="56" y="0"/>
                  </a:lnTo>
                  <a:lnTo>
                    <a:pt x="0" y="59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A8AFEE7-35FB-75A8-BF26-E74810B3C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127656" y="4937760"/>
            <a:ext cx="51254681" cy="2386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lvl="0" algn="ctr">
              <a:buFontTx/>
              <a:buNone/>
            </a:pPr>
            <a:r>
              <a:rPr lang="en-IN" sz="800" b="1" dirty="0">
                <a:solidFill>
                  <a:srgbClr val="C10037"/>
                </a:solidFill>
                <a:latin typeface="Bahnschrift Light" panose="020B0502040204020203" pitchFamily="34" charset="0"/>
              </a:rPr>
              <a:t>A loop is used to repeat a block of code until the specified condition is met.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16642080" y="457200"/>
            <a:ext cx="19385280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en-IN" sz="1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What are functions?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49207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86DE1E-5AA6-0DDA-D361-6B85C791A626}"/>
              </a:ext>
            </a:extLst>
          </p:cNvPr>
          <p:cNvGrpSpPr/>
          <p:nvPr/>
        </p:nvGrpSpPr>
        <p:grpSpPr>
          <a:xfrm>
            <a:off x="9646920" y="7452360"/>
            <a:ext cx="34335720" cy="8009505"/>
            <a:chOff x="1977551" y="1165558"/>
            <a:chExt cx="7776864" cy="115212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A2E14BD-2150-A0D4-93AC-858197B864EB}"/>
                </a:ext>
              </a:extLst>
            </p:cNvPr>
            <p:cNvSpPr/>
            <p:nvPr/>
          </p:nvSpPr>
          <p:spPr>
            <a:xfrm>
              <a:off x="1977551" y="1165558"/>
              <a:ext cx="7776864" cy="11521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FFEC5EE-0352-219A-CBA8-5D38A422D512}"/>
                </a:ext>
              </a:extLst>
            </p:cNvPr>
            <p:cNvSpPr txBox="1"/>
            <p:nvPr/>
          </p:nvSpPr>
          <p:spPr>
            <a:xfrm>
              <a:off x="2397417" y="1360494"/>
              <a:ext cx="7272808" cy="522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0" dirty="0">
                  <a:latin typeface="Bahnschrift" panose="020B0502040204020203" pitchFamily="34" charset="0"/>
                </a:rPr>
                <a:t>Functions in JavaScript are reusable blocks of code designed to perform specific tasks. </a:t>
              </a:r>
              <a:endParaRPr lang="en-IN" sz="11500" dirty="0">
                <a:latin typeface="Bahnschrift" panose="020B0502040204020203" pitchFamily="3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44745AA-109B-11B4-2CCA-87B801B11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5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931920"/>
            <a:ext cx="51180020" cy="24871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Arial (Body)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273431" y="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IN" sz="1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Types of functions.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3840480"/>
            <a:ext cx="51127025" cy="5029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38AE76C-5242-2FC3-2F36-7107E95627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0248230"/>
              </p:ext>
            </p:extLst>
          </p:nvPr>
        </p:nvGraphicFramePr>
        <p:xfrm>
          <a:off x="2423160" y="6228080"/>
          <a:ext cx="46634400" cy="18836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631C7D2-49BC-B00E-B1D1-FB35E5EE44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4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8823957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935861" y="115271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dirty="0"/>
              <a:t>User Define Function</a:t>
            </a:r>
            <a:endParaRPr lang="en-IN" sz="49600" dirty="0">
              <a:solidFill>
                <a:schemeClr val="bg1"/>
              </a:solidFill>
              <a:latin typeface="Norm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9189721" y="18363974"/>
            <a:ext cx="12618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Bahnschrift" panose="020B0502040204020203" pitchFamily="34" charset="0"/>
              </a:rPr>
              <a:t>Simple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EBB92-04A5-9F32-C558-96341C49E022}"/>
              </a:ext>
            </a:extLst>
          </p:cNvPr>
          <p:cNvGrpSpPr/>
          <p:nvPr/>
        </p:nvGrpSpPr>
        <p:grpSpPr>
          <a:xfrm>
            <a:off x="11564612" y="6631968"/>
            <a:ext cx="5036169" cy="10852203"/>
            <a:chOff x="7175492" y="8232168"/>
            <a:chExt cx="5036169" cy="108522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4F220F-16CD-BE5D-6340-89D11D5D1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9F1BBA-8765-D247-D32E-B1683A1B586D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1D6EC0-2614-0491-0BEC-B284DABEE50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C00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828B14-0C10-D8A4-81A6-98908B7A052C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70816224-6284-D409-FC55-8192D5EB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AA983AAA-5EBD-FE5D-46A4-B2AA9BD81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CAD8993-179C-2C49-2680-08A1009D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0CBEC5-31AF-D227-AC27-4C6CDFDD73E1}"/>
              </a:ext>
            </a:extLst>
          </p:cNvPr>
          <p:cNvGrpSpPr/>
          <p:nvPr/>
        </p:nvGrpSpPr>
        <p:grpSpPr>
          <a:xfrm>
            <a:off x="23028918" y="6487448"/>
            <a:ext cx="5036169" cy="13947263"/>
            <a:chOff x="28227028" y="6213128"/>
            <a:chExt cx="5036169" cy="1394726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4441266-6C8B-1D87-903D-E9A7331B113F}"/>
                </a:ext>
              </a:extLst>
            </p:cNvPr>
            <p:cNvGrpSpPr/>
            <p:nvPr/>
          </p:nvGrpSpPr>
          <p:grpSpPr>
            <a:xfrm>
              <a:off x="29261894" y="12321354"/>
              <a:ext cx="1644882" cy="1118443"/>
              <a:chOff x="3416301" y="2947988"/>
              <a:chExt cx="346075" cy="234950"/>
            </a:xfrm>
          </p:grpSpPr>
          <p:sp>
            <p:nvSpPr>
              <p:cNvPr id="40" name="Freeform 36">
                <a:extLst>
                  <a:ext uri="{FF2B5EF4-FFF2-40B4-BE49-F238E27FC236}">
                    <a16:creationId xmlns:a16="http://schemas.microsoft.com/office/drawing/2014/main" id="{15214F91-C599-B05E-56FD-EC9E47B21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1" name="Freeform 37">
                <a:extLst>
                  <a:ext uri="{FF2B5EF4-FFF2-40B4-BE49-F238E27FC236}">
                    <a16:creationId xmlns:a16="http://schemas.microsoft.com/office/drawing/2014/main" id="{30FB41BF-0635-4848-A40B-A0748E940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2" name="Freeform 38">
                <a:extLst>
                  <a:ext uri="{FF2B5EF4-FFF2-40B4-BE49-F238E27FC236}">
                    <a16:creationId xmlns:a16="http://schemas.microsoft.com/office/drawing/2014/main" id="{48C9D729-AB91-B484-9056-D4BBD730A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3E43DBC-6E01-A450-92AF-C8A624BA2F3A}"/>
                </a:ext>
              </a:extLst>
            </p:cNvPr>
            <p:cNvGrpSpPr/>
            <p:nvPr/>
          </p:nvGrpSpPr>
          <p:grpSpPr>
            <a:xfrm>
              <a:off x="28227028" y="6213128"/>
              <a:ext cx="5036169" cy="5043942"/>
              <a:chOff x="9740908" y="6380768"/>
              <a:chExt cx="5036169" cy="5043942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EE1409-BBE9-8CA9-4C8D-6030D599123C}"/>
                  </a:ext>
                </a:extLst>
              </p:cNvPr>
              <p:cNvSpPr/>
              <p:nvPr/>
            </p:nvSpPr>
            <p:spPr>
              <a:xfrm>
                <a:off x="9740908" y="6380768"/>
                <a:ext cx="5036169" cy="5043942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71D8675-FCBE-0FB1-C222-6D7CD88F585C}"/>
                  </a:ext>
                </a:extLst>
              </p:cNvPr>
              <p:cNvSpPr/>
              <p:nvPr/>
            </p:nvSpPr>
            <p:spPr>
              <a:xfrm>
                <a:off x="10355669" y="6916942"/>
                <a:ext cx="3715208" cy="3720931"/>
              </a:xfrm>
              <a:prstGeom prst="ellipse">
                <a:avLst/>
              </a:prstGeom>
              <a:solidFill>
                <a:srgbClr val="8B0C3C"/>
              </a:solidFill>
              <a:ln>
                <a:noFill/>
              </a:ln>
              <a:effectLst>
                <a:outerShdw blurRad="1143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6BF025D-51B6-A3C6-211E-5E73802D2423}"/>
                </a:ext>
              </a:extLst>
            </p:cNvPr>
            <p:cNvGrpSpPr/>
            <p:nvPr/>
          </p:nvGrpSpPr>
          <p:grpSpPr>
            <a:xfrm>
              <a:off x="29917214" y="7930105"/>
              <a:ext cx="1644882" cy="12230286"/>
              <a:chOff x="11476814" y="8206554"/>
              <a:chExt cx="1644882" cy="12230286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73AABC9-4592-8EE8-203B-396D0FCC6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7561" y="10672887"/>
                <a:ext cx="0" cy="9763953"/>
              </a:xfrm>
              <a:prstGeom prst="line">
                <a:avLst/>
              </a:prstGeom>
              <a:ln w="76200">
                <a:solidFill>
                  <a:schemeClr val="tx2">
                    <a:lumMod val="1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3220670-4389-9C99-FA44-8110E6EE6A1E}"/>
                  </a:ext>
                </a:extLst>
              </p:cNvPr>
              <p:cNvGrpSpPr/>
              <p:nvPr/>
            </p:nvGrpSpPr>
            <p:grpSpPr>
              <a:xfrm>
                <a:off x="11476814" y="8206554"/>
                <a:ext cx="1644882" cy="1118443"/>
                <a:chOff x="3416301" y="2947988"/>
                <a:chExt cx="346075" cy="234950"/>
              </a:xfrm>
            </p:grpSpPr>
            <p:sp>
              <p:nvSpPr>
                <p:cNvPr id="26" name="Freeform 36">
                  <a:extLst>
                    <a:ext uri="{FF2B5EF4-FFF2-40B4-BE49-F238E27FC236}">
                      <a16:creationId xmlns:a16="http://schemas.microsoft.com/office/drawing/2014/main" id="{4EFD1256-10E6-3F78-545D-5058E2B55A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6001" y="2947988"/>
                  <a:ext cx="112713" cy="93663"/>
                </a:xfrm>
                <a:custGeom>
                  <a:avLst/>
                  <a:gdLst>
                    <a:gd name="T0" fmla="*/ 71 w 71"/>
                    <a:gd name="T1" fmla="*/ 14 h 59"/>
                    <a:gd name="T2" fmla="*/ 56 w 71"/>
                    <a:gd name="T3" fmla="*/ 0 h 59"/>
                    <a:gd name="T4" fmla="*/ 0 w 71"/>
                    <a:gd name="T5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1" h="59">
                      <a:moveTo>
                        <a:pt x="71" y="14"/>
                      </a:moveTo>
                      <a:lnTo>
                        <a:pt x="56" y="0"/>
                      </a:lnTo>
                      <a:lnTo>
                        <a:pt x="0" y="59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7" name="Freeform 37">
                  <a:extLst>
                    <a:ext uri="{FF2B5EF4-FFF2-40B4-BE49-F238E27FC236}">
                      <a16:creationId xmlns:a16="http://schemas.microsoft.com/office/drawing/2014/main" id="{04A75D6D-614E-0E8C-4F2B-48200A8171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6301" y="3057525"/>
                  <a:ext cx="98425" cy="125413"/>
                </a:xfrm>
                <a:custGeom>
                  <a:avLst/>
                  <a:gdLst>
                    <a:gd name="T0" fmla="*/ 40 w 62"/>
                    <a:gd name="T1" fmla="*/ 12 h 79"/>
                    <a:gd name="T2" fmla="*/ 26 w 62"/>
                    <a:gd name="T3" fmla="*/ 0 h 79"/>
                    <a:gd name="T4" fmla="*/ 0 w 62"/>
                    <a:gd name="T5" fmla="*/ 26 h 79"/>
                    <a:gd name="T6" fmla="*/ 52 w 62"/>
                    <a:gd name="T7" fmla="*/ 79 h 79"/>
                    <a:gd name="T8" fmla="*/ 62 w 62"/>
                    <a:gd name="T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40" y="12"/>
                      </a:moveTo>
                      <a:lnTo>
                        <a:pt x="26" y="0"/>
                      </a:lnTo>
                      <a:lnTo>
                        <a:pt x="0" y="26"/>
                      </a:lnTo>
                      <a:lnTo>
                        <a:pt x="52" y="79"/>
                      </a:lnTo>
                      <a:lnTo>
                        <a:pt x="62" y="67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  <p:sp>
              <p:nvSpPr>
                <p:cNvPr id="28" name="Freeform 38">
                  <a:extLst>
                    <a:ext uri="{FF2B5EF4-FFF2-40B4-BE49-F238E27FC236}">
                      <a16:creationId xmlns:a16="http://schemas.microsoft.com/office/drawing/2014/main" id="{714CB9C1-9783-015E-5203-9CE77F8D7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0913" y="2947988"/>
                  <a:ext cx="271463" cy="234950"/>
                </a:xfrm>
                <a:custGeom>
                  <a:avLst/>
                  <a:gdLst>
                    <a:gd name="T0" fmla="*/ 145 w 171"/>
                    <a:gd name="T1" fmla="*/ 0 h 148"/>
                    <a:gd name="T2" fmla="*/ 52 w 171"/>
                    <a:gd name="T3" fmla="*/ 95 h 148"/>
                    <a:gd name="T4" fmla="*/ 26 w 171"/>
                    <a:gd name="T5" fmla="*/ 69 h 148"/>
                    <a:gd name="T6" fmla="*/ 0 w 171"/>
                    <a:gd name="T7" fmla="*/ 95 h 148"/>
                    <a:gd name="T8" fmla="*/ 52 w 171"/>
                    <a:gd name="T9" fmla="*/ 148 h 148"/>
                    <a:gd name="T10" fmla="*/ 171 w 171"/>
                    <a:gd name="T11" fmla="*/ 26 h 148"/>
                    <a:gd name="T12" fmla="*/ 145 w 171"/>
                    <a:gd name="T13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1" h="148">
                      <a:moveTo>
                        <a:pt x="145" y="0"/>
                      </a:moveTo>
                      <a:lnTo>
                        <a:pt x="52" y="95"/>
                      </a:lnTo>
                      <a:lnTo>
                        <a:pt x="26" y="69"/>
                      </a:lnTo>
                      <a:lnTo>
                        <a:pt x="0" y="95"/>
                      </a:lnTo>
                      <a:lnTo>
                        <a:pt x="52" y="148"/>
                      </a:lnTo>
                      <a:lnTo>
                        <a:pt x="171" y="26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/>
                </a:p>
              </p:txBody>
            </p: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0839F32-6AEB-449D-6A13-07C6068C7ECF}"/>
              </a:ext>
            </a:extLst>
          </p:cNvPr>
          <p:cNvSpPr txBox="1"/>
          <p:nvPr/>
        </p:nvSpPr>
        <p:spPr>
          <a:xfrm>
            <a:off x="19556254" y="21777734"/>
            <a:ext cx="132616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Bahnschrift" panose="020B0502040204020203" pitchFamily="34" charset="0"/>
              </a:rPr>
              <a:t>Argument function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9FB8025-781D-116A-9FF9-CFAF04E04D21}"/>
              </a:ext>
            </a:extLst>
          </p:cNvPr>
          <p:cNvGrpSpPr/>
          <p:nvPr/>
        </p:nvGrpSpPr>
        <p:grpSpPr>
          <a:xfrm>
            <a:off x="33677852" y="6662449"/>
            <a:ext cx="5036169" cy="10634952"/>
            <a:chOff x="7175492" y="8232168"/>
            <a:chExt cx="5036169" cy="1085220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AADCDBB-1E6D-08A2-E750-10FA222CA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BD2D51B-95D7-E791-F94B-EC62ED7CAACC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F077487-807F-63DB-6098-2810215D637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C000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710B115-8435-FF1B-488C-A881D544D340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61" name="Freeform 36">
                <a:extLst>
                  <a:ext uri="{FF2B5EF4-FFF2-40B4-BE49-F238E27FC236}">
                    <a16:creationId xmlns:a16="http://schemas.microsoft.com/office/drawing/2014/main" id="{C4D6D400-EAAB-897B-3BDA-426E2A57A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2" name="Freeform 37">
                <a:extLst>
                  <a:ext uri="{FF2B5EF4-FFF2-40B4-BE49-F238E27FC236}">
                    <a16:creationId xmlns:a16="http://schemas.microsoft.com/office/drawing/2014/main" id="{DE3A1CB4-96DB-6361-E527-93736911E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3" name="Freeform 38">
                <a:extLst>
                  <a:ext uri="{FF2B5EF4-FFF2-40B4-BE49-F238E27FC236}">
                    <a16:creationId xmlns:a16="http://schemas.microsoft.com/office/drawing/2014/main" id="{E73450AD-AD83-D50E-BF15-4204322F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0308D55-1FB3-D304-E266-8238D519A7A8}"/>
              </a:ext>
            </a:extLst>
          </p:cNvPr>
          <p:cNvSpPr txBox="1"/>
          <p:nvPr/>
        </p:nvSpPr>
        <p:spPr>
          <a:xfrm>
            <a:off x="31028640" y="18272534"/>
            <a:ext cx="11719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Bahnschrift" panose="020B0502040204020203" pitchFamily="34" charset="0"/>
              </a:rPr>
              <a:t>Return Statement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162DB3-F1A8-E976-6CFE-BE395371F720}"/>
              </a:ext>
            </a:extLst>
          </p:cNvPr>
          <p:cNvGrpSpPr/>
          <p:nvPr/>
        </p:nvGrpSpPr>
        <p:grpSpPr>
          <a:xfrm>
            <a:off x="45567424" y="7808180"/>
            <a:ext cx="1855035" cy="5509697"/>
            <a:chOff x="29261894" y="7930100"/>
            <a:chExt cx="1855035" cy="550969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0A9172A-15FA-4D35-F02A-038203E5B379}"/>
                </a:ext>
              </a:extLst>
            </p:cNvPr>
            <p:cNvGrpSpPr/>
            <p:nvPr/>
          </p:nvGrpSpPr>
          <p:grpSpPr>
            <a:xfrm>
              <a:off x="29261894" y="12321354"/>
              <a:ext cx="1644882" cy="1118443"/>
              <a:chOff x="3416301" y="2947988"/>
              <a:chExt cx="346075" cy="234950"/>
            </a:xfrm>
          </p:grpSpPr>
          <p:sp>
            <p:nvSpPr>
              <p:cNvPr id="33" name="Freeform 36">
                <a:extLst>
                  <a:ext uri="{FF2B5EF4-FFF2-40B4-BE49-F238E27FC236}">
                    <a16:creationId xmlns:a16="http://schemas.microsoft.com/office/drawing/2014/main" id="{B8200EF4-F483-6129-320B-F70F16D0D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34" name="Freeform 37">
                <a:extLst>
                  <a:ext uri="{FF2B5EF4-FFF2-40B4-BE49-F238E27FC236}">
                    <a16:creationId xmlns:a16="http://schemas.microsoft.com/office/drawing/2014/main" id="{A8D98B56-8997-C1D4-F7B0-8A2CF258D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35" name="Freeform 38">
                <a:extLst>
                  <a:ext uri="{FF2B5EF4-FFF2-40B4-BE49-F238E27FC236}">
                    <a16:creationId xmlns:a16="http://schemas.microsoft.com/office/drawing/2014/main" id="{E13A6792-EE38-8569-0790-E0D419F07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8" name="Freeform 36">
              <a:extLst>
                <a:ext uri="{FF2B5EF4-FFF2-40B4-BE49-F238E27FC236}">
                  <a16:creationId xmlns:a16="http://schemas.microsoft.com/office/drawing/2014/main" id="{F72420A4-864B-E967-8B10-DD50F8B6F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1208" y="7930100"/>
              <a:ext cx="535721" cy="445868"/>
            </a:xfrm>
            <a:custGeom>
              <a:avLst/>
              <a:gdLst>
                <a:gd name="T0" fmla="*/ 71 w 71"/>
                <a:gd name="T1" fmla="*/ 14 h 59"/>
                <a:gd name="T2" fmla="*/ 56 w 71"/>
                <a:gd name="T3" fmla="*/ 0 h 59"/>
                <a:gd name="T4" fmla="*/ 0 w 71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59">
                  <a:moveTo>
                    <a:pt x="71" y="14"/>
                  </a:moveTo>
                  <a:lnTo>
                    <a:pt x="56" y="0"/>
                  </a:lnTo>
                  <a:lnTo>
                    <a:pt x="0" y="59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A8AFEE7-35FB-75A8-BF26-E74810B3C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9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3429000"/>
            <a:ext cx="51180020" cy="26563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40887260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3800" dirty="0">
                <a:latin typeface="Bahnschrift" panose="020B0502040204020203" pitchFamily="34" charset="0"/>
              </a:rPr>
              <a:t>Simple Function In JavaScript</a:t>
            </a:r>
            <a:endParaRPr lang="en-IN" sz="13800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6042" y="0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B654E4-D77C-57E8-99F3-4679D4A82685}"/>
              </a:ext>
            </a:extLst>
          </p:cNvPr>
          <p:cNvGrpSpPr/>
          <p:nvPr/>
        </p:nvGrpSpPr>
        <p:grpSpPr>
          <a:xfrm>
            <a:off x="885498" y="5679076"/>
            <a:ext cx="47362764" cy="20609922"/>
            <a:chOff x="643236" y="1230069"/>
            <a:chExt cx="10421315" cy="495676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29F94CD4-F620-9873-3918-05D3513085EF}"/>
                </a:ext>
              </a:extLst>
            </p:cNvPr>
            <p:cNvSpPr/>
            <p:nvPr/>
          </p:nvSpPr>
          <p:spPr>
            <a:xfrm rot="5400000">
              <a:off x="6045917" y="1168196"/>
              <a:ext cx="4922053" cy="5115214"/>
            </a:xfrm>
            <a:prstGeom prst="round2SameRect">
              <a:avLst>
                <a:gd name="adj1" fmla="val 16670"/>
                <a:gd name="adj2" fmla="val 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50000"/>
                <a:hueOff val="55889"/>
                <a:satOff val="-2847"/>
                <a:lumOff val="10927"/>
                <a:alphaOff val="0"/>
              </a:schemeClr>
            </a:fillRef>
            <a:effectRef idx="3">
              <a:schemeClr val="accent5">
                <a:tint val="50000"/>
                <a:hueOff val="55889"/>
                <a:satOff val="-2847"/>
                <a:lumOff val="10927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02FBB3-B65F-4BEE-BBF4-BF1040AB96C9}"/>
                </a:ext>
              </a:extLst>
            </p:cNvPr>
            <p:cNvGrpSpPr/>
            <p:nvPr/>
          </p:nvGrpSpPr>
          <p:grpSpPr>
            <a:xfrm>
              <a:off x="643236" y="1230069"/>
              <a:ext cx="5115213" cy="4922052"/>
              <a:chOff x="282865" y="7"/>
              <a:chExt cx="5857551" cy="5883074"/>
            </a:xfrm>
          </p:grpSpPr>
          <p:sp>
            <p:nvSpPr>
              <p:cNvPr id="16" name="Rectangle: Top Corners Rounded 15">
                <a:extLst>
                  <a:ext uri="{FF2B5EF4-FFF2-40B4-BE49-F238E27FC236}">
                    <a16:creationId xmlns:a16="http://schemas.microsoft.com/office/drawing/2014/main" id="{EA8B0FB6-4802-CF45-A96D-30F87AE3EED0}"/>
                  </a:ext>
                </a:extLst>
              </p:cNvPr>
              <p:cNvSpPr/>
              <p:nvPr/>
            </p:nvSpPr>
            <p:spPr>
              <a:xfrm rot="16200000">
                <a:off x="270103" y="12769"/>
                <a:ext cx="5883074" cy="5857550"/>
              </a:xfrm>
              <a:prstGeom prst="round2SameRect">
                <a:avLst>
                  <a:gd name="adj1" fmla="val 16670"/>
                  <a:gd name="adj2" fmla="val 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Rectangle: Top Corners Rounded 4">
                <a:extLst>
                  <a:ext uri="{FF2B5EF4-FFF2-40B4-BE49-F238E27FC236}">
                    <a16:creationId xmlns:a16="http://schemas.microsoft.com/office/drawing/2014/main" id="{72536821-5227-31B1-D3CC-9D21C9019284}"/>
                  </a:ext>
                </a:extLst>
              </p:cNvPr>
              <p:cNvSpPr txBox="1"/>
              <p:nvPr/>
            </p:nvSpPr>
            <p:spPr>
              <a:xfrm rot="21600000">
                <a:off x="568859" y="285999"/>
                <a:ext cx="5571557" cy="531108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152400" rIns="137160" bIns="152400" numCol="1" spcCol="1270" anchor="t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2400" kern="1200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DF05B2-3985-D1F4-621B-60C192B646FD}"/>
                </a:ext>
              </a:extLst>
            </p:cNvPr>
            <p:cNvSpPr/>
            <p:nvPr/>
          </p:nvSpPr>
          <p:spPr>
            <a:xfrm>
              <a:off x="6083465" y="1697465"/>
              <a:ext cx="4953287" cy="19714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HTML :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&lt;form&gt;</a:t>
              </a: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&lt;input type="button" value="Show" 	onclick="</a:t>
              </a:r>
              <a:r>
                <a:rPr lang="en-US" sz="72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showData</a:t>
              </a:r>
              <a:r>
                <a:rPr lang="en-US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()"&gt;</a:t>
              </a: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&lt;/form&gt;</a:t>
              </a:r>
              <a:endParaRPr lang="en-IN" sz="7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2BB18D6-6DD6-3BEC-D31E-614B11DA0BAD}"/>
                </a:ext>
              </a:extLst>
            </p:cNvPr>
            <p:cNvSpPr/>
            <p:nvPr/>
          </p:nvSpPr>
          <p:spPr>
            <a:xfrm>
              <a:off x="6611535" y="5879648"/>
              <a:ext cx="225328" cy="1631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184022-F9E7-901C-1BD5-C091F1821A3F}"/>
                </a:ext>
              </a:extLst>
            </p:cNvPr>
            <p:cNvSpPr/>
            <p:nvPr/>
          </p:nvSpPr>
          <p:spPr>
            <a:xfrm>
              <a:off x="950973" y="1700107"/>
              <a:ext cx="4464496" cy="3170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b="1" dirty="0">
                  <a:solidFill>
                    <a:schemeClr val="tx1"/>
                  </a:solidFill>
                </a:rPr>
                <a:t>JavaScript :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&lt;script type="text/</a:t>
              </a:r>
              <a:r>
                <a:rPr lang="en-IN" sz="72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javascript</a:t>
              </a: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"&gt;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	function </a:t>
              </a:r>
              <a:r>
                <a:rPr lang="en-IN" sz="72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showData</a:t>
              </a: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()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	{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	</a:t>
              </a:r>
              <a:r>
                <a:rPr lang="en-IN" sz="72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document.write</a:t>
              </a: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("Welcome To Wscube Tech");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	}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&lt;/script&gt;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86D63-FA7D-4F1E-FE21-904ABCCBDA39}"/>
              </a:ext>
            </a:extLst>
          </p:cNvPr>
          <p:cNvSpPr/>
          <p:nvPr/>
        </p:nvSpPr>
        <p:spPr>
          <a:xfrm>
            <a:off x="2836620" y="17445824"/>
            <a:ext cx="20290229" cy="1184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5400" b="1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8A0E07-7BED-AA73-DD9B-2522121F7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1224" y="16108025"/>
            <a:ext cx="8496016" cy="5283592"/>
          </a:xfrm>
          <a:prstGeom prst="rect">
            <a:avLst/>
          </a:prstGeom>
        </p:spPr>
      </p:pic>
      <p:sp>
        <p:nvSpPr>
          <p:cNvPr id="34" name="Arrow: Down 33">
            <a:extLst>
              <a:ext uri="{FF2B5EF4-FFF2-40B4-BE49-F238E27FC236}">
                <a16:creationId xmlns:a16="http://schemas.microsoft.com/office/drawing/2014/main" id="{2FC5FAB9-0953-915C-9C1C-880BEB3C1216}"/>
              </a:ext>
            </a:extLst>
          </p:cNvPr>
          <p:cNvSpPr/>
          <p:nvPr/>
        </p:nvSpPr>
        <p:spPr>
          <a:xfrm rot="5400000">
            <a:off x="35272980" y="15201900"/>
            <a:ext cx="731520" cy="388620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851BDA-EF08-B615-7C9C-F5E4BE2FCE2C}"/>
              </a:ext>
            </a:extLst>
          </p:cNvPr>
          <p:cNvSpPr txBox="1"/>
          <p:nvPr/>
        </p:nvSpPr>
        <p:spPr>
          <a:xfrm>
            <a:off x="38656260" y="16483281"/>
            <a:ext cx="41833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Click</a:t>
            </a:r>
            <a:endParaRPr lang="en-IN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58A9A36-22A4-91FC-3711-73461B4CB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1928" y="20947994"/>
            <a:ext cx="15593432" cy="4747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DFE96D-19B7-B843-2D5A-E2905CFAD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1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3429000"/>
            <a:ext cx="51180020" cy="26563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083370" y="457200"/>
            <a:ext cx="40887260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3800" dirty="0">
                <a:latin typeface="Bahnschrift" panose="020B0502040204020203" pitchFamily="34" charset="0"/>
              </a:rPr>
              <a:t>Arguments  Function In JavaScript</a:t>
            </a:r>
            <a:endParaRPr lang="en-IN" sz="13800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6042" y="0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B654E4-D77C-57E8-99F3-4679D4A82685}"/>
              </a:ext>
            </a:extLst>
          </p:cNvPr>
          <p:cNvGrpSpPr/>
          <p:nvPr/>
        </p:nvGrpSpPr>
        <p:grpSpPr>
          <a:xfrm>
            <a:off x="885498" y="5679076"/>
            <a:ext cx="47362764" cy="20609922"/>
            <a:chOff x="643236" y="1230069"/>
            <a:chExt cx="10421315" cy="495676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29F94CD4-F620-9873-3918-05D3513085EF}"/>
                </a:ext>
              </a:extLst>
            </p:cNvPr>
            <p:cNvSpPr/>
            <p:nvPr/>
          </p:nvSpPr>
          <p:spPr>
            <a:xfrm rot="5400000">
              <a:off x="6045917" y="1168196"/>
              <a:ext cx="4922053" cy="5115214"/>
            </a:xfrm>
            <a:prstGeom prst="round2SameRect">
              <a:avLst>
                <a:gd name="adj1" fmla="val 16670"/>
                <a:gd name="adj2" fmla="val 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50000"/>
                <a:hueOff val="55889"/>
                <a:satOff val="-2847"/>
                <a:lumOff val="10927"/>
                <a:alphaOff val="0"/>
              </a:schemeClr>
            </a:fillRef>
            <a:effectRef idx="3">
              <a:schemeClr val="accent5">
                <a:tint val="50000"/>
                <a:hueOff val="55889"/>
                <a:satOff val="-2847"/>
                <a:lumOff val="10927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02FBB3-B65F-4BEE-BBF4-BF1040AB96C9}"/>
                </a:ext>
              </a:extLst>
            </p:cNvPr>
            <p:cNvGrpSpPr/>
            <p:nvPr/>
          </p:nvGrpSpPr>
          <p:grpSpPr>
            <a:xfrm>
              <a:off x="643236" y="1230069"/>
              <a:ext cx="5115213" cy="4922052"/>
              <a:chOff x="282865" y="7"/>
              <a:chExt cx="5857551" cy="5883074"/>
            </a:xfrm>
          </p:grpSpPr>
          <p:sp>
            <p:nvSpPr>
              <p:cNvPr id="16" name="Rectangle: Top Corners Rounded 15">
                <a:extLst>
                  <a:ext uri="{FF2B5EF4-FFF2-40B4-BE49-F238E27FC236}">
                    <a16:creationId xmlns:a16="http://schemas.microsoft.com/office/drawing/2014/main" id="{EA8B0FB6-4802-CF45-A96D-30F87AE3EED0}"/>
                  </a:ext>
                </a:extLst>
              </p:cNvPr>
              <p:cNvSpPr/>
              <p:nvPr/>
            </p:nvSpPr>
            <p:spPr>
              <a:xfrm rot="16200000">
                <a:off x="270103" y="12769"/>
                <a:ext cx="5883074" cy="5857550"/>
              </a:xfrm>
              <a:prstGeom prst="round2SameRect">
                <a:avLst>
                  <a:gd name="adj1" fmla="val 16670"/>
                  <a:gd name="adj2" fmla="val 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Rectangle: Top Corners Rounded 4">
                <a:extLst>
                  <a:ext uri="{FF2B5EF4-FFF2-40B4-BE49-F238E27FC236}">
                    <a16:creationId xmlns:a16="http://schemas.microsoft.com/office/drawing/2014/main" id="{72536821-5227-31B1-D3CC-9D21C9019284}"/>
                  </a:ext>
                </a:extLst>
              </p:cNvPr>
              <p:cNvSpPr txBox="1"/>
              <p:nvPr/>
            </p:nvSpPr>
            <p:spPr>
              <a:xfrm rot="21600000">
                <a:off x="568859" y="285999"/>
                <a:ext cx="5571557" cy="531108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152400" rIns="137160" bIns="152400" numCol="1" spcCol="1270" anchor="t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2400" kern="1200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DF05B2-3985-D1F4-621B-60C192B646FD}"/>
                </a:ext>
              </a:extLst>
            </p:cNvPr>
            <p:cNvSpPr/>
            <p:nvPr/>
          </p:nvSpPr>
          <p:spPr>
            <a:xfrm>
              <a:off x="6083465" y="1697465"/>
              <a:ext cx="4953287" cy="44515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HTML :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&lt;body&gt;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IN" sz="6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img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src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="01.jpeg" id="img1" width="200px" height="200px" 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onmouseover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="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showImage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(1)" 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onmouseout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="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showImage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(2)"&gt;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IN" sz="6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img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src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="02.jpeg" id="img2" width="200px" height="200px"  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onmouseover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="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showImage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(1)“ 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onmouseout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="</a:t>
              </a:r>
              <a:r>
                <a:rPr lang="en-IN" sz="6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showImage</a:t>
              </a: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(2)"&gt;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IN" sz="6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&lt;/body&gt;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184022-F9E7-901C-1BD5-C091F1821A3F}"/>
                </a:ext>
              </a:extLst>
            </p:cNvPr>
            <p:cNvSpPr/>
            <p:nvPr/>
          </p:nvSpPr>
          <p:spPr>
            <a:xfrm>
              <a:off x="889662" y="1404410"/>
              <a:ext cx="5193803" cy="47110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dirty="0">
                  <a:solidFill>
                    <a:schemeClr val="tx1"/>
                  </a:solidFill>
                </a:rPr>
                <a:t>JavaScript :</a:t>
              </a:r>
              <a:endParaRPr lang="en-IN" sz="5400" dirty="0">
                <a:solidFill>
                  <a:schemeClr val="tx1"/>
                </a:solidFill>
              </a:endParaRP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&lt;script type="text/</a:t>
              </a:r>
              <a:r>
                <a:rPr lang="en-IN" sz="6000" dirty="0" err="1">
                  <a:solidFill>
                    <a:schemeClr val="tx1"/>
                  </a:solidFill>
                </a:rPr>
                <a:t>javascript</a:t>
              </a:r>
              <a:r>
                <a:rPr lang="en-IN" sz="6000" dirty="0">
                  <a:solidFill>
                    <a:schemeClr val="tx1"/>
                  </a:solidFill>
                </a:rPr>
                <a:t>"&gt;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function </a:t>
              </a:r>
              <a:r>
                <a:rPr lang="en-IN" sz="6000" dirty="0" err="1">
                  <a:solidFill>
                    <a:schemeClr val="tx1"/>
                  </a:solidFill>
                </a:rPr>
                <a:t>showImage</a:t>
              </a:r>
              <a:r>
                <a:rPr lang="en-IN" sz="6000" dirty="0">
                  <a:solidFill>
                    <a:schemeClr val="tx1"/>
                  </a:solidFill>
                </a:rPr>
                <a:t>(</a:t>
              </a:r>
              <a:r>
                <a:rPr lang="en-IN" sz="6000" dirty="0" err="1">
                  <a:solidFill>
                    <a:schemeClr val="tx1"/>
                  </a:solidFill>
                </a:rPr>
                <a:t>i</a:t>
              </a:r>
              <a:r>
                <a:rPr lang="en-IN" sz="6000" dirty="0">
                  <a:solidFill>
                    <a:schemeClr val="tx1"/>
                  </a:solidFill>
                </a:rPr>
                <a:t>)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{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if (</a:t>
              </a:r>
              <a:r>
                <a:rPr lang="en-IN" sz="6000" dirty="0" err="1">
                  <a:solidFill>
                    <a:schemeClr val="tx1"/>
                  </a:solidFill>
                </a:rPr>
                <a:t>i</a:t>
              </a:r>
              <a:r>
                <a:rPr lang="en-IN" sz="6000" dirty="0">
                  <a:solidFill>
                    <a:schemeClr val="tx1"/>
                  </a:solidFill>
                </a:rPr>
                <a:t>==1) {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</a:t>
              </a:r>
              <a:r>
                <a:rPr lang="en-IN" sz="6000" dirty="0" err="1">
                  <a:solidFill>
                    <a:schemeClr val="tx1"/>
                  </a:solidFill>
                </a:rPr>
                <a:t>document.getElementById</a:t>
              </a:r>
              <a:r>
                <a:rPr lang="en-IN" sz="6000" dirty="0">
                  <a:solidFill>
                    <a:schemeClr val="tx1"/>
                  </a:solidFill>
                </a:rPr>
                <a:t>('img1').</a:t>
              </a:r>
              <a:r>
                <a:rPr lang="en-IN" sz="6000" dirty="0" err="1">
                  <a:solidFill>
                    <a:schemeClr val="tx1"/>
                  </a:solidFill>
                </a:rPr>
                <a:t>src</a:t>
              </a:r>
              <a:r>
                <a:rPr lang="en-IN" sz="6000" dirty="0">
                  <a:solidFill>
                    <a:schemeClr val="tx1"/>
                  </a:solidFill>
                </a:rPr>
                <a:t>="02.jpeg";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</a:t>
              </a:r>
              <a:r>
                <a:rPr lang="en-IN" sz="6000" dirty="0" err="1">
                  <a:solidFill>
                    <a:schemeClr val="tx1"/>
                  </a:solidFill>
                </a:rPr>
                <a:t>document.getElementById</a:t>
              </a:r>
              <a:r>
                <a:rPr lang="en-IN" sz="6000" dirty="0">
                  <a:solidFill>
                    <a:schemeClr val="tx1"/>
                  </a:solidFill>
                </a:rPr>
                <a:t>('img2').</a:t>
              </a:r>
              <a:r>
                <a:rPr lang="en-IN" sz="6000" dirty="0" err="1">
                  <a:solidFill>
                    <a:schemeClr val="tx1"/>
                  </a:solidFill>
                </a:rPr>
                <a:t>src</a:t>
              </a:r>
              <a:r>
                <a:rPr lang="en-IN" sz="6000" dirty="0">
                  <a:solidFill>
                    <a:schemeClr val="tx1"/>
                  </a:solidFill>
                </a:rPr>
                <a:t>="01.jpeg";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}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else{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	</a:t>
              </a:r>
              <a:r>
                <a:rPr lang="en-IN" sz="6000" dirty="0" err="1">
                  <a:solidFill>
                    <a:schemeClr val="tx1"/>
                  </a:solidFill>
                </a:rPr>
                <a:t>document.getElementById</a:t>
              </a:r>
              <a:r>
                <a:rPr lang="en-IN" sz="6000" dirty="0">
                  <a:solidFill>
                    <a:schemeClr val="tx1"/>
                  </a:solidFill>
                </a:rPr>
                <a:t>('img1').</a:t>
              </a:r>
              <a:r>
                <a:rPr lang="en-IN" sz="6000" dirty="0" err="1">
                  <a:solidFill>
                    <a:schemeClr val="tx1"/>
                  </a:solidFill>
                </a:rPr>
                <a:t>src</a:t>
              </a:r>
              <a:r>
                <a:rPr lang="en-IN" sz="6000" dirty="0">
                  <a:solidFill>
                    <a:schemeClr val="tx1"/>
                  </a:solidFill>
                </a:rPr>
                <a:t>="01.jpeg";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</a:t>
              </a:r>
              <a:r>
                <a:rPr lang="en-IN" sz="6000" dirty="0" err="1">
                  <a:solidFill>
                    <a:schemeClr val="tx1"/>
                  </a:solidFill>
                </a:rPr>
                <a:t>document.getElementById</a:t>
              </a:r>
              <a:r>
                <a:rPr lang="en-IN" sz="6000" dirty="0">
                  <a:solidFill>
                    <a:schemeClr val="tx1"/>
                  </a:solidFill>
                </a:rPr>
                <a:t>('img2').</a:t>
              </a:r>
              <a:r>
                <a:rPr lang="en-IN" sz="6000" dirty="0" err="1">
                  <a:solidFill>
                    <a:schemeClr val="tx1"/>
                  </a:solidFill>
                </a:rPr>
                <a:t>src</a:t>
              </a:r>
              <a:r>
                <a:rPr lang="en-IN" sz="6000" dirty="0">
                  <a:solidFill>
                    <a:schemeClr val="tx1"/>
                  </a:solidFill>
                </a:rPr>
                <a:t>="02.jpeg";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	}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	}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6000" dirty="0">
                  <a:solidFill>
                    <a:schemeClr val="tx1"/>
                  </a:solidFill>
                </a:rPr>
                <a:t>	&lt;/script&gt;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86D63-FA7D-4F1E-FE21-904ABCCBDA39}"/>
              </a:ext>
            </a:extLst>
          </p:cNvPr>
          <p:cNvSpPr/>
          <p:nvPr/>
        </p:nvSpPr>
        <p:spPr>
          <a:xfrm>
            <a:off x="2836620" y="17445824"/>
            <a:ext cx="20290229" cy="1184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5400" b="1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FE96D-19B7-B843-2D5A-E2905CFAD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7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127656" y="4937760"/>
            <a:ext cx="51254681" cy="2386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IN" sz="9600">
                <a:latin typeface="Bahnschrift" panose="020B0502040204020203" pitchFamily="34" charset="0"/>
              </a:rPr>
              <a:t>Without Hover</a:t>
            </a:r>
            <a:endParaRPr lang="en-IN" sz="9600" dirty="0">
              <a:latin typeface="Bahnschrift" panose="020B0502040204020203" pitchFamily="3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17785080" y="914400"/>
            <a:ext cx="19385280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en-IN" sz="1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Output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49207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4745AA-109B-11B4-2CCA-87B801B11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97B45D-FBA3-BD93-08DD-89F5539F6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314" y="7148459"/>
            <a:ext cx="19423166" cy="13379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DA9524-B4A6-70E9-D07E-368FBCDFF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0" y="7329385"/>
            <a:ext cx="19019520" cy="12787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891152-F009-54FA-BDDD-F95B00422558}"/>
              </a:ext>
            </a:extLst>
          </p:cNvPr>
          <p:cNvSpPr txBox="1"/>
          <p:nvPr/>
        </p:nvSpPr>
        <p:spPr>
          <a:xfrm>
            <a:off x="4779835" y="21197660"/>
            <a:ext cx="11405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Bahnschrift" panose="020B0502040204020203" pitchFamily="34" charset="0"/>
              </a:rPr>
              <a:t>Without Hover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45B905-BBC7-B910-5AB5-391B8EEE005B}"/>
              </a:ext>
            </a:extLst>
          </p:cNvPr>
          <p:cNvSpPr txBox="1"/>
          <p:nvPr/>
        </p:nvSpPr>
        <p:spPr>
          <a:xfrm>
            <a:off x="32135635" y="21212900"/>
            <a:ext cx="11405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Bahnschrift" panose="020B0502040204020203" pitchFamily="34" charset="0"/>
              </a:rPr>
              <a:t>With Hover</a:t>
            </a:r>
          </a:p>
        </p:txBody>
      </p:sp>
    </p:spTree>
    <p:extLst>
      <p:ext uri="{BB962C8B-B14F-4D97-AF65-F5344CB8AC3E}">
        <p14:creationId xmlns:p14="http://schemas.microsoft.com/office/powerpoint/2010/main" val="208029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3429000"/>
            <a:ext cx="51180020" cy="26563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083370" y="457200"/>
            <a:ext cx="40887260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3800" dirty="0">
                <a:latin typeface="Bahnschrift" panose="020B0502040204020203" pitchFamily="34" charset="0"/>
              </a:rPr>
              <a:t>Return Statement </a:t>
            </a:r>
            <a:r>
              <a:rPr lang="en-IN" sz="13800">
                <a:latin typeface="Bahnschrift" panose="020B0502040204020203" pitchFamily="34" charset="0"/>
              </a:rPr>
              <a:t>In JavaScript</a:t>
            </a:r>
            <a:endParaRPr lang="en-IN" sz="13800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6042" y="0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B654E4-D77C-57E8-99F3-4679D4A82685}"/>
              </a:ext>
            </a:extLst>
          </p:cNvPr>
          <p:cNvGrpSpPr/>
          <p:nvPr/>
        </p:nvGrpSpPr>
        <p:grpSpPr>
          <a:xfrm>
            <a:off x="885498" y="5479828"/>
            <a:ext cx="47373585" cy="20809171"/>
            <a:chOff x="643236" y="1182149"/>
            <a:chExt cx="10423696" cy="500468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29F94CD4-F620-9873-3918-05D3513085EF}"/>
                </a:ext>
              </a:extLst>
            </p:cNvPr>
            <p:cNvSpPr/>
            <p:nvPr/>
          </p:nvSpPr>
          <p:spPr>
            <a:xfrm rot="5400000">
              <a:off x="6045917" y="1168196"/>
              <a:ext cx="4922053" cy="5115214"/>
            </a:xfrm>
            <a:prstGeom prst="round2SameRect">
              <a:avLst>
                <a:gd name="adj1" fmla="val 16670"/>
                <a:gd name="adj2" fmla="val 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50000"/>
                <a:hueOff val="55889"/>
                <a:satOff val="-2847"/>
                <a:lumOff val="10927"/>
                <a:alphaOff val="0"/>
              </a:schemeClr>
            </a:fillRef>
            <a:effectRef idx="3">
              <a:schemeClr val="accent5">
                <a:tint val="50000"/>
                <a:hueOff val="55889"/>
                <a:satOff val="-2847"/>
                <a:lumOff val="10927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02FBB3-B65F-4BEE-BBF4-BF1040AB96C9}"/>
                </a:ext>
              </a:extLst>
            </p:cNvPr>
            <p:cNvGrpSpPr/>
            <p:nvPr/>
          </p:nvGrpSpPr>
          <p:grpSpPr>
            <a:xfrm>
              <a:off x="643236" y="1230069"/>
              <a:ext cx="5115213" cy="4922052"/>
              <a:chOff x="282865" y="7"/>
              <a:chExt cx="5857551" cy="5883074"/>
            </a:xfrm>
          </p:grpSpPr>
          <p:sp>
            <p:nvSpPr>
              <p:cNvPr id="16" name="Rectangle: Top Corners Rounded 15">
                <a:extLst>
                  <a:ext uri="{FF2B5EF4-FFF2-40B4-BE49-F238E27FC236}">
                    <a16:creationId xmlns:a16="http://schemas.microsoft.com/office/drawing/2014/main" id="{EA8B0FB6-4802-CF45-A96D-30F87AE3EED0}"/>
                  </a:ext>
                </a:extLst>
              </p:cNvPr>
              <p:cNvSpPr/>
              <p:nvPr/>
            </p:nvSpPr>
            <p:spPr>
              <a:xfrm rot="16200000">
                <a:off x="270103" y="12769"/>
                <a:ext cx="5883074" cy="5857550"/>
              </a:xfrm>
              <a:prstGeom prst="round2SameRect">
                <a:avLst>
                  <a:gd name="adj1" fmla="val 16670"/>
                  <a:gd name="adj2" fmla="val 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5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Rectangle: Top Corners Rounded 4">
                <a:extLst>
                  <a:ext uri="{FF2B5EF4-FFF2-40B4-BE49-F238E27FC236}">
                    <a16:creationId xmlns:a16="http://schemas.microsoft.com/office/drawing/2014/main" id="{72536821-5227-31B1-D3CC-9D21C9019284}"/>
                  </a:ext>
                </a:extLst>
              </p:cNvPr>
              <p:cNvSpPr txBox="1"/>
              <p:nvPr/>
            </p:nvSpPr>
            <p:spPr>
              <a:xfrm rot="21600000">
                <a:off x="568859" y="285999"/>
                <a:ext cx="5571557" cy="531108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152400" rIns="137160" bIns="152400" numCol="1" spcCol="1270" anchor="t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2400" kern="1200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DF05B2-3985-D1F4-621B-60C192B646FD}"/>
                </a:ext>
              </a:extLst>
            </p:cNvPr>
            <p:cNvSpPr/>
            <p:nvPr/>
          </p:nvSpPr>
          <p:spPr>
            <a:xfrm>
              <a:off x="6514491" y="2170285"/>
              <a:ext cx="4552441" cy="2632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HTML :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&lt;body&gt;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&lt;button onclick="</a:t>
              </a:r>
              <a:r>
                <a:rPr lang="en-US" sz="80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showdata</a:t>
              </a:r>
              <a:r>
                <a:rPr 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(10,20)"&gt;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	Show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	&lt;/button&gt;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&lt;/body&gt;</a:t>
              </a:r>
              <a:endParaRPr lang="en-IN" sz="8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63F864D-7947-23D9-1FE4-52070A78435B}"/>
                </a:ext>
              </a:extLst>
            </p:cNvPr>
            <p:cNvSpPr/>
            <p:nvPr/>
          </p:nvSpPr>
          <p:spPr>
            <a:xfrm>
              <a:off x="4790552" y="1556792"/>
              <a:ext cx="225328" cy="1631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3ECBD08-C9C4-F2D4-F622-46B408468B2C}"/>
                </a:ext>
              </a:extLst>
            </p:cNvPr>
            <p:cNvSpPr/>
            <p:nvPr/>
          </p:nvSpPr>
          <p:spPr>
            <a:xfrm>
              <a:off x="6611535" y="1523651"/>
              <a:ext cx="225328" cy="1631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A30879-2262-319B-2053-23109E240F89}"/>
                </a:ext>
              </a:extLst>
            </p:cNvPr>
            <p:cNvGrpSpPr/>
            <p:nvPr/>
          </p:nvGrpSpPr>
          <p:grpSpPr>
            <a:xfrm>
              <a:off x="4775084" y="1182149"/>
              <a:ext cx="2168024" cy="864099"/>
              <a:chOff x="5011988" y="2996951"/>
              <a:chExt cx="2168024" cy="864099"/>
            </a:xfrm>
          </p:grpSpPr>
          <p:sp>
            <p:nvSpPr>
              <p:cNvPr id="14" name="Arrow: Circular 13">
                <a:extLst>
                  <a:ext uri="{FF2B5EF4-FFF2-40B4-BE49-F238E27FC236}">
                    <a16:creationId xmlns:a16="http://schemas.microsoft.com/office/drawing/2014/main" id="{768B58F7-D927-5E3A-FE5D-9E79679ABD02}"/>
                  </a:ext>
                </a:extLst>
              </p:cNvPr>
              <p:cNvSpPr/>
              <p:nvPr/>
            </p:nvSpPr>
            <p:spPr>
              <a:xfrm>
                <a:off x="5123488" y="3087195"/>
                <a:ext cx="1945024" cy="683610"/>
              </a:xfrm>
              <a:prstGeom prst="circularArrow">
                <a:avLst>
                  <a:gd name="adj1" fmla="val 12500"/>
                  <a:gd name="adj2" fmla="val 1142322"/>
                  <a:gd name="adj3" fmla="val 20457678"/>
                  <a:gd name="adj4" fmla="val 10800000"/>
                  <a:gd name="adj5" fmla="val 12500"/>
                </a:avLst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5" name="Arrow: Circular 14">
                <a:extLst>
                  <a:ext uri="{FF2B5EF4-FFF2-40B4-BE49-F238E27FC236}">
                    <a16:creationId xmlns:a16="http://schemas.microsoft.com/office/drawing/2014/main" id="{64F88E32-91E8-BF34-F876-1370F64C547D}"/>
                  </a:ext>
                </a:extLst>
              </p:cNvPr>
              <p:cNvSpPr/>
              <p:nvPr/>
            </p:nvSpPr>
            <p:spPr>
              <a:xfrm>
                <a:off x="5011988" y="2996951"/>
                <a:ext cx="2168024" cy="864099"/>
              </a:xfrm>
              <a:prstGeom prst="circularArrow">
                <a:avLst>
                  <a:gd name="adj1" fmla="val 12500"/>
                  <a:gd name="adj2" fmla="val 1142322"/>
                  <a:gd name="adj3" fmla="val 20457678"/>
                  <a:gd name="adj4" fmla="val 10800000"/>
                  <a:gd name="adj5" fmla="val 125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5">
                  <a:shade val="80000"/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5">
                  <a:shade val="8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C4EE6A-0A28-97E9-FAAC-2A3F0B13BDA6}"/>
                </a:ext>
              </a:extLst>
            </p:cNvPr>
            <p:cNvSpPr/>
            <p:nvPr/>
          </p:nvSpPr>
          <p:spPr>
            <a:xfrm>
              <a:off x="4790552" y="5912789"/>
              <a:ext cx="225328" cy="1631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2BB18D6-6DD6-3BEC-D31E-614B11DA0BAD}"/>
                </a:ext>
              </a:extLst>
            </p:cNvPr>
            <p:cNvSpPr/>
            <p:nvPr/>
          </p:nvSpPr>
          <p:spPr>
            <a:xfrm>
              <a:off x="6611535" y="5879648"/>
              <a:ext cx="225328" cy="16318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184022-F9E7-901C-1BD5-C091F1821A3F}"/>
                </a:ext>
              </a:extLst>
            </p:cNvPr>
            <p:cNvSpPr/>
            <p:nvPr/>
          </p:nvSpPr>
          <p:spPr>
            <a:xfrm>
              <a:off x="948473" y="1340381"/>
              <a:ext cx="5193803" cy="43642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7200" b="1" dirty="0">
                  <a:solidFill>
                    <a:schemeClr val="tx1"/>
                  </a:solidFill>
                </a:rPr>
                <a:t>JavaScript :</a:t>
              </a:r>
              <a:endParaRPr lang="en-IN" sz="5400" b="1" dirty="0">
                <a:solidFill>
                  <a:schemeClr val="tx1"/>
                </a:solidFill>
              </a:endParaRP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&lt;script type="text/</a:t>
              </a:r>
              <a:r>
                <a:rPr lang="en-IN" sz="8000" dirty="0" err="1">
                  <a:solidFill>
                    <a:schemeClr val="tx1"/>
                  </a:solidFill>
                </a:rPr>
                <a:t>javascript</a:t>
              </a:r>
              <a:r>
                <a:rPr lang="en-IN" sz="8000" dirty="0">
                  <a:solidFill>
                    <a:schemeClr val="tx1"/>
                  </a:solidFill>
                </a:rPr>
                <a:t>"&gt;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	function </a:t>
              </a:r>
              <a:r>
                <a:rPr lang="en-IN" sz="8000" dirty="0" err="1">
                  <a:solidFill>
                    <a:schemeClr val="tx1"/>
                  </a:solidFill>
                </a:rPr>
                <a:t>addData</a:t>
              </a:r>
              <a:r>
                <a:rPr lang="en-IN" sz="8000" dirty="0">
                  <a:solidFill>
                    <a:schemeClr val="tx1"/>
                  </a:solidFill>
                </a:rPr>
                <a:t>(</a:t>
              </a:r>
              <a:r>
                <a:rPr lang="en-IN" sz="8000" dirty="0" err="1">
                  <a:solidFill>
                    <a:schemeClr val="tx1"/>
                  </a:solidFill>
                </a:rPr>
                <a:t>a,b</a:t>
              </a:r>
              <a:r>
                <a:rPr lang="en-IN" sz="8000" dirty="0">
                  <a:solidFill>
                    <a:schemeClr val="tx1"/>
                  </a:solidFill>
                </a:rPr>
                <a:t>){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		return </a:t>
              </a:r>
              <a:r>
                <a:rPr lang="en-IN" sz="8000" dirty="0" err="1">
                  <a:solidFill>
                    <a:schemeClr val="tx1"/>
                  </a:solidFill>
                </a:rPr>
                <a:t>a+b</a:t>
              </a:r>
              <a:r>
                <a:rPr lang="en-IN" sz="8000" dirty="0">
                  <a:solidFill>
                    <a:schemeClr val="tx1"/>
                  </a:solidFill>
                </a:rPr>
                <a:t>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	}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	function </a:t>
              </a:r>
              <a:r>
                <a:rPr lang="en-IN" sz="8000" dirty="0" err="1">
                  <a:solidFill>
                    <a:schemeClr val="tx1"/>
                  </a:solidFill>
                </a:rPr>
                <a:t>showdata</a:t>
              </a:r>
              <a:r>
                <a:rPr lang="en-IN" sz="8000" dirty="0">
                  <a:solidFill>
                    <a:schemeClr val="tx1"/>
                  </a:solidFill>
                </a:rPr>
                <a:t>(</a:t>
              </a:r>
              <a:r>
                <a:rPr lang="en-IN" sz="8000" dirty="0" err="1">
                  <a:solidFill>
                    <a:schemeClr val="tx1"/>
                  </a:solidFill>
                </a:rPr>
                <a:t>a,b</a:t>
              </a:r>
              <a:r>
                <a:rPr lang="en-IN" sz="8000" dirty="0">
                  <a:solidFill>
                    <a:schemeClr val="tx1"/>
                  </a:solidFill>
                </a:rPr>
                <a:t>){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		var t=</a:t>
              </a:r>
              <a:r>
                <a:rPr lang="en-IN" sz="8000" dirty="0" err="1">
                  <a:solidFill>
                    <a:schemeClr val="tx1"/>
                  </a:solidFill>
                </a:rPr>
                <a:t>addData</a:t>
              </a:r>
              <a:r>
                <a:rPr lang="en-IN" sz="8000" dirty="0">
                  <a:solidFill>
                    <a:schemeClr val="tx1"/>
                  </a:solidFill>
                </a:rPr>
                <a:t>(</a:t>
              </a:r>
              <a:r>
                <a:rPr lang="en-IN" sz="8000" dirty="0" err="1">
                  <a:solidFill>
                    <a:schemeClr val="tx1"/>
                  </a:solidFill>
                </a:rPr>
                <a:t>a,b</a:t>
              </a:r>
              <a:r>
                <a:rPr lang="en-IN" sz="8000" dirty="0">
                  <a:solidFill>
                    <a:schemeClr val="tx1"/>
                  </a:solidFill>
                </a:rPr>
                <a:t>);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		alert("Total Value =&gt;"+t);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	}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8000" dirty="0">
                  <a:solidFill>
                    <a:schemeClr val="tx1"/>
                  </a:solidFill>
                </a:rPr>
                <a:t>	&lt;/script&gt;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86D63-FA7D-4F1E-FE21-904ABCCBDA39}"/>
              </a:ext>
            </a:extLst>
          </p:cNvPr>
          <p:cNvSpPr/>
          <p:nvPr/>
        </p:nvSpPr>
        <p:spPr>
          <a:xfrm>
            <a:off x="2836620" y="17445824"/>
            <a:ext cx="20290229" cy="1184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5400" b="1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FE96D-19B7-B843-2D5A-E2905CFAD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2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100341" y="4937760"/>
            <a:ext cx="51254681" cy="2386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r>
              <a:rPr lang="en-IN" sz="9600">
                <a:latin typeface="Bahnschrift" panose="020B0502040204020203" pitchFamily="34" charset="0"/>
              </a:rPr>
              <a:t>Without Hover</a:t>
            </a:r>
            <a:endParaRPr lang="en-IN" sz="9600" dirty="0">
              <a:latin typeface="Bahnschrift" panose="020B0502040204020203" pitchFamily="3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0711160" y="0"/>
            <a:ext cx="19385280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en-IN" sz="1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Output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49207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4745AA-109B-11B4-2CCA-87B801B11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84" y="25162034"/>
            <a:ext cx="4433696" cy="3036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45B905-BBC7-B910-5AB5-391B8EEE005B}"/>
              </a:ext>
            </a:extLst>
          </p:cNvPr>
          <p:cNvSpPr txBox="1"/>
          <p:nvPr/>
        </p:nvSpPr>
        <p:spPr>
          <a:xfrm>
            <a:off x="32135635" y="21212900"/>
            <a:ext cx="1140504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500" b="1" dirty="0">
                <a:latin typeface="Bahnschrift" panose="020B0502040204020203" pitchFamily="34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C9C69-6A6B-CD57-9693-465512FF8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3920" y="7531052"/>
            <a:ext cx="28934206" cy="11214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0DEE3C-05C7-8D89-3858-BAC695C49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647" y="7134843"/>
            <a:ext cx="11861513" cy="99644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25B3BAF-785F-10B5-1FE3-7317921BB9FC}"/>
              </a:ext>
            </a:extLst>
          </p:cNvPr>
          <p:cNvSpPr/>
          <p:nvPr/>
        </p:nvSpPr>
        <p:spPr>
          <a:xfrm>
            <a:off x="8869680" y="9372600"/>
            <a:ext cx="2788920" cy="2286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chemeClr val="tx1"/>
                </a:solidFill>
                <a:latin typeface="Bahnschrift" panose="020B0502040204020203" pitchFamily="34" charset="0"/>
              </a:rPr>
              <a:t>Click</a:t>
            </a:r>
            <a:endParaRPr lang="en-IN" sz="6000" dirty="0">
              <a:solidFill>
                <a:schemeClr val="tx1"/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10FC3BD-F0DA-6E7E-CCC5-21BECB6E5FCE}"/>
              </a:ext>
            </a:extLst>
          </p:cNvPr>
          <p:cNvSpPr/>
          <p:nvPr/>
        </p:nvSpPr>
        <p:spPr>
          <a:xfrm rot="6379212">
            <a:off x="7778200" y="9821437"/>
            <a:ext cx="590077" cy="7844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03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94375" cy="29032926"/>
          </a:xfrm>
          <a:custGeom>
            <a:avLst/>
            <a:gdLst>
              <a:gd name="connsiteX0" fmla="*/ 0 w 5158409"/>
              <a:gd name="connsiteY0" fmla="*/ 0 h 5143451"/>
              <a:gd name="connsiteX1" fmla="*/ 5158409 w 5158409"/>
              <a:gd name="connsiteY1" fmla="*/ 0 h 5143451"/>
              <a:gd name="connsiteX2" fmla="*/ 5158409 w 5158409"/>
              <a:gd name="connsiteY2" fmla="*/ 5143451 h 5143451"/>
              <a:gd name="connsiteX3" fmla="*/ 0 w 5158409"/>
              <a:gd name="connsiteY3" fmla="*/ 5143451 h 5143451"/>
              <a:gd name="connsiteX4" fmla="*/ 0 w 5158409"/>
              <a:gd name="connsiteY4" fmla="*/ 0 h 5143451"/>
              <a:gd name="connsiteX0" fmla="*/ 0 w 5685183"/>
              <a:gd name="connsiteY0" fmla="*/ 0 h 5163329"/>
              <a:gd name="connsiteX1" fmla="*/ 5158409 w 5685183"/>
              <a:gd name="connsiteY1" fmla="*/ 0 h 5163329"/>
              <a:gd name="connsiteX2" fmla="*/ 5685183 w 5685183"/>
              <a:gd name="connsiteY2" fmla="*/ 5163329 h 5163329"/>
              <a:gd name="connsiteX3" fmla="*/ 0 w 5685183"/>
              <a:gd name="connsiteY3" fmla="*/ 5143451 h 5163329"/>
              <a:gd name="connsiteX4" fmla="*/ 0 w 5685183"/>
              <a:gd name="connsiteY4" fmla="*/ 0 h 5163329"/>
              <a:gd name="connsiteX0" fmla="*/ 0 w 5685183"/>
              <a:gd name="connsiteY0" fmla="*/ 9918 h 5173247"/>
              <a:gd name="connsiteX1" fmla="*/ 5379442 w 5685183"/>
              <a:gd name="connsiteY1" fmla="*/ 0 h 5173247"/>
              <a:gd name="connsiteX2" fmla="*/ 5685183 w 5685183"/>
              <a:gd name="connsiteY2" fmla="*/ 5173247 h 5173247"/>
              <a:gd name="connsiteX3" fmla="*/ 0 w 5685183"/>
              <a:gd name="connsiteY3" fmla="*/ 5153369 h 5173247"/>
              <a:gd name="connsiteX4" fmla="*/ 0 w 5685183"/>
              <a:gd name="connsiteY4" fmla="*/ 9918 h 51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5183" h="5173247">
                <a:moveTo>
                  <a:pt x="0" y="9918"/>
                </a:moveTo>
                <a:lnTo>
                  <a:pt x="5379442" y="0"/>
                </a:lnTo>
                <a:lnTo>
                  <a:pt x="5685183" y="5173247"/>
                </a:lnTo>
                <a:lnTo>
                  <a:pt x="0" y="5153369"/>
                </a:lnTo>
                <a:lnTo>
                  <a:pt x="0" y="99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sp>
        <p:nvSpPr>
          <p:cNvPr id="352" name="Google Shape;352;p35"/>
          <p:cNvSpPr txBox="1">
            <a:spLocks noGrp="1"/>
          </p:cNvSpPr>
          <p:nvPr>
            <p:ph type="subTitle" idx="4294967295"/>
          </p:nvPr>
        </p:nvSpPr>
        <p:spPr>
          <a:xfrm>
            <a:off x="4128572" y="14630400"/>
            <a:ext cx="25154877" cy="1307883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Normal"/>
                <a:cs typeface="Arial" panose="020B0604020202020204" pitchFamily="34" charset="0"/>
              </a:rPr>
              <a:t>wscube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Normal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wscubetech.india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www.wscubetech.com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</a:rPr>
              <a:t>Subscribe To Get Notified about New Videos 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6475" y="13134416"/>
            <a:ext cx="17731886" cy="1058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2392" y="8844564"/>
            <a:ext cx="3067957" cy="894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60854" y="1377636"/>
            <a:ext cx="7155211" cy="8390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3337;p69"/>
          <p:cNvGrpSpPr/>
          <p:nvPr/>
        </p:nvGrpSpPr>
        <p:grpSpPr>
          <a:xfrm>
            <a:off x="1826418" y="24093693"/>
            <a:ext cx="1745068" cy="1381223"/>
            <a:chOff x="3476576" y="2633631"/>
            <a:chExt cx="417024" cy="293244"/>
          </a:xfrm>
          <a:solidFill>
            <a:srgbClr val="00AAFD"/>
          </a:solidFill>
        </p:grpSpPr>
        <p:sp>
          <p:nvSpPr>
            <p:cNvPr id="13" name="Google Shape;13338;p69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13339;p69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5" name="Google Shape;13360;p69"/>
          <p:cNvSpPr/>
          <p:nvPr/>
        </p:nvSpPr>
        <p:spPr>
          <a:xfrm>
            <a:off x="1869024" y="15986137"/>
            <a:ext cx="1745068" cy="142539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6" name="Google Shape;13349;p69"/>
          <p:cNvSpPr/>
          <p:nvPr/>
        </p:nvSpPr>
        <p:spPr>
          <a:xfrm>
            <a:off x="1829066" y="18531911"/>
            <a:ext cx="1614605" cy="1617112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7" name="Google Shape;11330;p63"/>
          <p:cNvSpPr/>
          <p:nvPr/>
        </p:nvSpPr>
        <p:spPr>
          <a:xfrm>
            <a:off x="1871666" y="21412182"/>
            <a:ext cx="1614605" cy="161677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pic>
        <p:nvPicPr>
          <p:cNvPr id="19" name="Picture 18" descr="WsCube-Tech-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8786" y="1735387"/>
            <a:ext cx="19639890" cy="7214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4415</TotalTime>
  <Words>532</Words>
  <Application>Microsoft Office PowerPoint</Application>
  <PresentationFormat>Custom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Bahnschrift Light</vt:lpstr>
      <vt:lpstr>Normal</vt:lpstr>
      <vt:lpstr>Arial</vt:lpstr>
      <vt:lpstr>Lexend Deca</vt:lpstr>
      <vt:lpstr>Bahnschrift</vt:lpstr>
      <vt:lpstr>Arial (Body)</vt:lpstr>
      <vt:lpstr>Muli</vt:lpstr>
      <vt:lpstr>Aliena template</vt:lpstr>
      <vt:lpstr>JavaScript  (Functions in JavaScript)</vt:lpstr>
      <vt:lpstr>Our Agenda.</vt:lpstr>
      <vt:lpstr>What are functions?</vt:lpstr>
      <vt:lpstr>Types of functions.</vt:lpstr>
      <vt:lpstr>User Define Function</vt:lpstr>
      <vt:lpstr>Simple Function In JavaScript</vt:lpstr>
      <vt:lpstr>Arguments  Function In JavaScript</vt:lpstr>
      <vt:lpstr>Output</vt:lpstr>
      <vt:lpstr>Return Statement In JavaScript</vt:lpstr>
      <vt:lpstr>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-1   Networking Concept</dc:title>
  <dc:creator>v2r-Akib</dc:creator>
  <cp:lastModifiedBy>Pradeep Kumar Rai</cp:lastModifiedBy>
  <cp:revision>212</cp:revision>
  <dcterms:modified xsi:type="dcterms:W3CDTF">2025-05-27T12:05:49Z</dcterms:modified>
</cp:coreProperties>
</file>