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313" r:id="rId3"/>
    <p:sldId id="308" r:id="rId4"/>
    <p:sldId id="324" r:id="rId5"/>
    <p:sldId id="328" r:id="rId6"/>
    <p:sldId id="329" r:id="rId7"/>
    <p:sldId id="331" r:id="rId8"/>
    <p:sldId id="332" r:id="rId9"/>
    <p:sldId id="278" r:id="rId10"/>
  </p:sldIdLst>
  <p:sldSz cx="51127025" cy="28803600"/>
  <p:notesSz cx="6858000" cy="9144000"/>
  <p:embeddedFontLst>
    <p:embeddedFont>
      <p:font typeface="Bahnschrift Light" panose="020B0502040204020203" pitchFamily="3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exend Deca" panose="020B0604020202020204" charset="0"/>
      <p:regular r:id="rId17"/>
      <p:bold r:id="rId18"/>
    </p:embeddedFont>
    <p:embeddedFont>
      <p:font typeface="Muli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049" userDrawn="1">
          <p15:clr>
            <a:srgbClr val="A4A3A4"/>
          </p15:clr>
        </p15:guide>
        <p15:guide id="2" pos="160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72F"/>
    <a:srgbClr val="C10037"/>
    <a:srgbClr val="5A28C8"/>
    <a:srgbClr val="D20B8C"/>
    <a:srgbClr val="1E9F9F"/>
    <a:srgbClr val="11C2BA"/>
    <a:srgbClr val="F75431"/>
    <a:srgbClr val="0042A5"/>
    <a:srgbClr val="0070BB"/>
    <a:srgbClr val="6633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714C06-38BB-4A42-BE0A-AC698649DFCB}">
  <a:tblStyle styleId="{28714C06-38BB-4A42-BE0A-AC698649DF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C819C40-AFEB-4EFE-8A8C-DA0982023F7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261" autoAdjust="0"/>
  </p:normalViewPr>
  <p:slideViewPr>
    <p:cSldViewPr snapToGrid="0">
      <p:cViewPr varScale="1">
        <p:scale>
          <a:sx n="18" d="100"/>
          <a:sy n="18" d="100"/>
        </p:scale>
        <p:origin x="1008" y="125"/>
      </p:cViewPr>
      <p:guideLst>
        <p:guide orient="horz" pos="9049"/>
        <p:guide pos="16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Wscube" userId="1d3faf5b170b9d82" providerId="LiveId" clId="{96FA67A3-4091-438E-92FD-285160573DB0}"/>
    <pc:docChg chg="modSld">
      <pc:chgData name="Monika Wscube" userId="1d3faf5b170b9d82" providerId="LiveId" clId="{96FA67A3-4091-438E-92FD-285160573DB0}" dt="2022-09-20T10:04:00.966" v="11" actId="2711"/>
      <pc:docMkLst>
        <pc:docMk/>
      </pc:docMkLst>
      <pc:sldChg chg="modSp mod">
        <pc:chgData name="Monika Wscube" userId="1d3faf5b170b9d82" providerId="LiveId" clId="{96FA67A3-4091-438E-92FD-285160573DB0}" dt="2022-09-20T10:02:30.881" v="6" actId="2711"/>
        <pc:sldMkLst>
          <pc:docMk/>
          <pc:sldMk cId="3003852111" sldId="308"/>
        </pc:sldMkLst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12" creationId="{195F4E5E-5214-DC7F-8883-A2939BD7762D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24" creationId="{868F083A-CA5C-3C2A-2901-4A8C4132779B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3" creationId="{E1227E95-1D96-26BE-93B6-3C63B4D45CB4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2:30.881" v="6" actId="2711"/>
          <ac:spMkLst>
            <pc:docMk/>
            <pc:sldMk cId="3003852111" sldId="308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2" creationId="{6738D2BB-9DD7-355A-9084-665209E425BC}"/>
          </ac:grpSpMkLst>
        </pc:gr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13" creationId="{800D9D97-0FEA-E4CF-0BFD-92C212B96F08}"/>
          </ac:grpSpMkLst>
        </pc:grpChg>
        <pc:grpChg chg="mod">
          <ac:chgData name="Monika Wscube" userId="1d3faf5b170b9d82" providerId="LiveId" clId="{96FA67A3-4091-438E-92FD-285160573DB0}" dt="2022-09-20T10:02:30.881" v="6" actId="2711"/>
          <ac:grpSpMkLst>
            <pc:docMk/>
            <pc:sldMk cId="3003852111" sldId="308"/>
            <ac:grpSpMk id="25" creationId="{6094C20E-2EF3-2287-AF65-1CB2534BAEFD}"/>
          </ac:grpSpMkLst>
        </pc:grpChg>
        <pc:picChg chg="mod">
          <ac:chgData name="Monika Wscube" userId="1d3faf5b170b9d82" providerId="LiveId" clId="{96FA67A3-4091-438E-92FD-285160573DB0}" dt="2022-09-20T10:02:30.881" v="6" actId="2711"/>
          <ac:picMkLst>
            <pc:docMk/>
            <pc:sldMk cId="3003852111" sldId="308"/>
            <ac:picMk id="5" creationId="{AB85F884-13E5-EF23-1724-C564C20FEE0D}"/>
          </ac:picMkLst>
        </pc:picChg>
        <pc:picChg chg="mod">
          <ac:chgData name="Monika Wscube" userId="1d3faf5b170b9d82" providerId="LiveId" clId="{96FA67A3-4091-438E-92FD-285160573DB0}" dt="2022-09-20T10:02:30.881" v="6" actId="2711"/>
          <ac:picMkLst>
            <pc:docMk/>
            <pc:sldMk cId="3003852111" sldId="308"/>
            <ac:picMk id="49" creationId="{00000000-0000-0000-0000-000000000000}"/>
          </ac:picMkLst>
        </pc:picChg>
      </pc:sldChg>
      <pc:sldChg chg="modSp">
        <pc:chgData name="Monika Wscube" userId="1d3faf5b170b9d82" providerId="LiveId" clId="{96FA67A3-4091-438E-92FD-285160573DB0}" dt="2022-09-20T10:02:24.165" v="5" actId="2711"/>
        <pc:sldMkLst>
          <pc:docMk/>
          <pc:sldMk cId="133008478" sldId="313"/>
        </pc:sldMkLst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12" creationId="{23F16C97-FF9C-3BA8-FB28-E118CC945B55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43" creationId="{C0839F32-6AEB-449D-6A13-07C6068C7ECF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64" creationId="{A0308D55-1FB3-D304-E266-8238D519A7A8}"/>
          </ac:spMkLst>
        </pc:spChg>
        <pc:spChg chg="mod">
          <ac:chgData name="Monika Wscube" userId="1d3faf5b170b9d82" providerId="LiveId" clId="{96FA67A3-4091-438E-92FD-285160573DB0}" dt="2022-09-20T10:02:24.165" v="5" actId="2711"/>
          <ac:spMkLst>
            <pc:docMk/>
            <pc:sldMk cId="133008478" sldId="313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3" creationId="{34CEBB92-04A5-9F32-C558-96341C49E022}"/>
          </ac:grpSpMkLst>
        </pc:gr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56" creationId="{69FB8025-781D-116A-9FF9-CFAF04E04D21}"/>
          </ac:grpSpMkLst>
        </pc:grpChg>
        <pc:grpChg chg="mod">
          <ac:chgData name="Monika Wscube" userId="1d3faf5b170b9d82" providerId="LiveId" clId="{96FA67A3-4091-438E-92FD-285160573DB0}" dt="2022-09-20T10:02:24.165" v="5" actId="2711"/>
          <ac:grpSpMkLst>
            <pc:docMk/>
            <pc:sldMk cId="133008478" sldId="313"/>
            <ac:grpSpMk id="65" creationId="{640CBEC5-31AF-D227-AC27-4C6CDFDD73E1}"/>
          </ac:grpSpMkLst>
        </pc:grpChg>
        <pc:picChg chg="mod">
          <ac:chgData name="Monika Wscube" userId="1d3faf5b170b9d82" providerId="LiveId" clId="{96FA67A3-4091-438E-92FD-285160573DB0}" dt="2022-09-20T10:02:24.165" v="5" actId="2711"/>
          <ac:picMkLst>
            <pc:docMk/>
            <pc:sldMk cId="133008478" sldId="313"/>
            <ac:picMk id="11" creationId="{E87B39C4-603C-5A77-D10F-A7ABFD545D0D}"/>
          </ac:picMkLst>
        </pc:picChg>
        <pc:picChg chg="mod">
          <ac:chgData name="Monika Wscube" userId="1d3faf5b170b9d82" providerId="LiveId" clId="{96FA67A3-4091-438E-92FD-285160573DB0}" dt="2022-09-20T10:02:24.165" v="5" actId="2711"/>
          <ac:picMkLst>
            <pc:docMk/>
            <pc:sldMk cId="133008478" sldId="313"/>
            <ac:picMk id="49" creationId="{00000000-0000-0000-0000-000000000000}"/>
          </ac:picMkLst>
        </pc:picChg>
      </pc:sldChg>
      <pc:sldChg chg="modSp mod">
        <pc:chgData name="Monika Wscube" userId="1d3faf5b170b9d82" providerId="LiveId" clId="{96FA67A3-4091-438E-92FD-285160573DB0}" dt="2022-09-20T10:03:21.592" v="8" actId="2711"/>
        <pc:sldMkLst>
          <pc:docMk/>
          <pc:sldMk cId="3151718772" sldId="314"/>
        </pc:sldMkLst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7" creationId="{4CDF05B2-3985-D1F4-621B-60C192B646FD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8" creationId="{A63F864D-7947-23D9-1FE4-52070A78435B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9" creationId="{F3ECBD08-C9C4-F2D4-F622-46B408468B2C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1" creationId="{F7C4EE6A-0A28-97E9-FAAC-2A3F0B13BDA6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2" creationId="{F2BB18D6-6DD6-3BEC-D31E-614B11DA0BAD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3" creationId="{B3184022-F9E7-901C-1BD5-C091F1821A3F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17" creationId="{72536821-5227-31B1-D3CC-9D21C9019284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21.592" v="8" actId="2711"/>
          <ac:spMkLst>
            <pc:docMk/>
            <pc:sldMk cId="3151718772" sldId="314"/>
            <ac:spMk id="71" creationId="{00000000-0000-0000-0000-000000000000}"/>
          </ac:spMkLst>
        </pc:spChg>
      </pc:sldChg>
      <pc:sldChg chg="modSp mod">
        <pc:chgData name="Monika Wscube" userId="1d3faf5b170b9d82" providerId="LiveId" clId="{96FA67A3-4091-438E-92FD-285160573DB0}" dt="2022-09-20T10:03:11.787" v="7" actId="2711"/>
        <pc:sldMkLst>
          <pc:docMk/>
          <pc:sldMk cId="970948230" sldId="324"/>
        </pc:sldMkLst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11.787" v="7" actId="2711"/>
          <ac:spMkLst>
            <pc:docMk/>
            <pc:sldMk cId="970948230" sldId="324"/>
            <ac:spMk id="71" creationId="{00000000-0000-0000-0000-000000000000}"/>
          </ac:spMkLst>
        </pc:spChg>
      </pc:sldChg>
      <pc:sldChg chg="modSp">
        <pc:chgData name="Monika Wscube" userId="1d3faf5b170b9d82" providerId="LiveId" clId="{96FA67A3-4091-438E-92FD-285160573DB0}" dt="2022-09-20T10:03:40.051" v="9" actId="2711"/>
        <pc:sldMkLst>
          <pc:docMk/>
          <pc:sldMk cId="2872242172" sldId="325"/>
        </pc:sldMkLst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25" creationId="{3097A9EB-3C66-4229-9998-A9E7C0D5A9AC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40.051" v="9" actId="2711"/>
          <ac:spMkLst>
            <pc:docMk/>
            <pc:sldMk cId="2872242172" sldId="325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3:40.051" v="9" actId="2711"/>
          <ac:grpSpMkLst>
            <pc:docMk/>
            <pc:sldMk cId="2872242172" sldId="325"/>
            <ac:grpSpMk id="4" creationId="{DF797225-416D-703A-F8C6-D9BC82D74D7F}"/>
          </ac:grpSpMkLst>
        </pc:grpChg>
        <pc:picChg chg="mod">
          <ac:chgData name="Monika Wscube" userId="1d3faf5b170b9d82" providerId="LiveId" clId="{96FA67A3-4091-438E-92FD-285160573DB0}" dt="2022-09-20T10:03:40.051" v="9" actId="2711"/>
          <ac:picMkLst>
            <pc:docMk/>
            <pc:sldMk cId="2872242172" sldId="325"/>
            <ac:picMk id="3" creationId="{3303C70F-E3A7-B7F5-4984-3E4C29A706C6}"/>
          </ac:picMkLst>
        </pc:picChg>
        <pc:picChg chg="mod">
          <ac:chgData name="Monika Wscube" userId="1d3faf5b170b9d82" providerId="LiveId" clId="{96FA67A3-4091-438E-92FD-285160573DB0}" dt="2022-09-20T10:03:40.051" v="9" actId="2711"/>
          <ac:picMkLst>
            <pc:docMk/>
            <pc:sldMk cId="2872242172" sldId="325"/>
            <ac:picMk id="49" creationId="{00000000-0000-0000-0000-000000000000}"/>
          </ac:picMkLst>
        </pc:picChg>
      </pc:sldChg>
      <pc:sldChg chg="modSp">
        <pc:chgData name="Monika Wscube" userId="1d3faf5b170b9d82" providerId="LiveId" clId="{96FA67A3-4091-438E-92FD-285160573DB0}" dt="2022-09-20T10:04:00.966" v="11" actId="2711"/>
        <pc:sldMkLst>
          <pc:docMk/>
          <pc:sldMk cId="2603364609" sldId="326"/>
        </pc:sldMkLst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11" creationId="{682D2228-BE96-C39F-05FF-D9A6A140AA6B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4:00.966" v="11" actId="2711"/>
          <ac:spMkLst>
            <pc:docMk/>
            <pc:sldMk cId="2603364609" sldId="326"/>
            <ac:spMk id="71" creationId="{00000000-0000-0000-0000-000000000000}"/>
          </ac:spMkLst>
        </pc:spChg>
        <pc:grpChg chg="mod">
          <ac:chgData name="Monika Wscube" userId="1d3faf5b170b9d82" providerId="LiveId" clId="{96FA67A3-4091-438E-92FD-285160573DB0}" dt="2022-09-20T10:04:00.966" v="11" actId="2711"/>
          <ac:grpSpMkLst>
            <pc:docMk/>
            <pc:sldMk cId="2603364609" sldId="326"/>
            <ac:grpSpMk id="3" creationId="{B4EBCEF4-772B-7EA6-1143-336CC1F60D4C}"/>
          </ac:grpSpMkLst>
        </pc:grpChg>
        <pc:picChg chg="mod">
          <ac:chgData name="Monika Wscube" userId="1d3faf5b170b9d82" providerId="LiveId" clId="{96FA67A3-4091-438E-92FD-285160573DB0}" dt="2022-09-20T10:04:00.966" v="11" actId="2711"/>
          <ac:picMkLst>
            <pc:docMk/>
            <pc:sldMk cId="2603364609" sldId="326"/>
            <ac:picMk id="12" creationId="{B3B6822E-8ADD-1B95-55F3-7D1D92AF7B48}"/>
          </ac:picMkLst>
        </pc:picChg>
        <pc:picChg chg="mod">
          <ac:chgData name="Monika Wscube" userId="1d3faf5b170b9d82" providerId="LiveId" clId="{96FA67A3-4091-438E-92FD-285160573DB0}" dt="2022-09-20T10:04:00.966" v="11" actId="2711"/>
          <ac:picMkLst>
            <pc:docMk/>
            <pc:sldMk cId="2603364609" sldId="326"/>
            <ac:picMk id="49" creationId="{00000000-0000-0000-0000-000000000000}"/>
          </ac:picMkLst>
        </pc:picChg>
      </pc:sldChg>
      <pc:sldChg chg="modSp mod">
        <pc:chgData name="Monika Wscube" userId="1d3faf5b170b9d82" providerId="LiveId" clId="{96FA67A3-4091-438E-92FD-285160573DB0}" dt="2022-09-20T10:03:51.131" v="10" actId="2711"/>
        <pc:sldMkLst>
          <pc:docMk/>
          <pc:sldMk cId="471462753" sldId="327"/>
        </pc:sldMkLst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7" creationId="{4CDF05B2-3985-D1F4-621B-60C192B646FD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8" creationId="{A63F864D-7947-23D9-1FE4-52070A78435B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9" creationId="{F3ECBD08-C9C4-F2D4-F622-46B408468B2C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1" creationId="{F7C4EE6A-0A28-97E9-FAAC-2A3F0B13BDA6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2" creationId="{F2BB18D6-6DD6-3BEC-D31E-614B11DA0BAD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3" creationId="{B3184022-F9E7-901C-1BD5-C091F1821A3F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17" creationId="{72536821-5227-31B1-D3CC-9D21C9019284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36" creationId="{F5D4569A-CD5C-4EE6-A0FD-7E0CE3CCA6C1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37" creationId="{B1254B6D-4508-4858-9335-FD484A2AEFE1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53" creationId="{00000000-0000-0000-0000-000000000000}"/>
          </ac:spMkLst>
        </pc:spChg>
        <pc:spChg chg="mod">
          <ac:chgData name="Monika Wscube" userId="1d3faf5b170b9d82" providerId="LiveId" clId="{96FA67A3-4091-438E-92FD-285160573DB0}" dt="2022-09-20T10:03:51.131" v="10" actId="2711"/>
          <ac:spMkLst>
            <pc:docMk/>
            <pc:sldMk cId="471462753" sldId="327"/>
            <ac:spMk id="71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3-13T14:28:54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14881 28237 13 0,'0'0'203'0,"0"0"11"0,0 0-130 0,0 0-11 0,0 0 17 0,0 0-7 16,0 0-8-16,-74-51-28 0,74 51-7 0,0 0 10 0,0 0-19 0,0 0-5 0,0 0-9 0,0 0-12 16,0 0 11-16,0 0-11 0,0 0 3 15,0 0 1-15,13 0-7 16,39 0 2-16,35 0 17 15,26 0-3-15,17 0 33 16,0 0-36-16,18 0-2 31,-5-3 9-31,9-19-14 0,13 0 10 0,13-14-11 16,-9 4-6-16,9-7 9 16,-4 5-7-16,-9 2-2 15,-9 10 0-15,9-3 5 16,13 8-6-16,0 0 0 15,-9 0 2-15,9-2-4 16,-13 1 5-16,-4-6-3 0,-18 0 0 16,22-3 5-1,-9-5-6-15,9-5 1 0,9 3 0 16,-5-5-2-16,-4 12 4 16,-13-2-2-16,0 5 0 15,-9 6 5-15,-4 1-8 16,13-7 3-16,-22 0 0 15,5 2-1-15,-5-10 5 16,9 3-4-16,0-15 0 16,4 12 5-16,-4-5-5 15,0 13 0-15,-9 7 0 16,-4 4-4-16,4-1 8 16,18-3-4-16,-18 5 0 15,13-8 4-15,-4 0-4 16,0 3 0-16,0 5 0 15,30-5-2-15,9-7 8 16,22 7-6-16,-5-1 0 0,9 1 4 16,-17 3-9-16,-18 4 5 15,-8-2 0-15,-5 4-4 16,9-9 8-16,13 0-4 16,13-2 0-16,0-3 4 15,0 5-5-15,-13 0 1 16,-13 2 0-16,0 5-1 15,-9-9 7-15,-4 6-6 16,-13 1 0-16,4 2 6 16,-17 3-6-16,-13 7 0 0,4-7 0 15,-4 7 5 1,0-8-2-16,0 6 8 0,4 0 4 16,0-13-7-1,9 8 15-15,-9 4-20 0,5-4 0 16,-14 7 4-16,5 0-2 15,-13 0-5-15,13 0 0 16,-9 0 4-16,22 0-5 16,-9 0 1-16,22 0 0 15,13 0-1-15,0 0 4 16,0 0-3-16,0 17 0 16,-9 0 1-16,9 0-6 0,-9 8 5 15,5-8 0 1,-5 2-5-16,22 6 8 0,26-16-3 15,17 8 0-15,5-17 6 16,4 0-10-16,0 0 4 16,-26 0 0-16,0 0-1 15,-13 0 6-15,0 0-5 16,0 0 0-16,4 0 3 16,-17 0-7-16,-4 0 4 15,-9 10 0-15,-9 5-1 16,0-5 5-16,-8 4-4 15,4-4 0-15,-5 10 4 16,5-3-7-16,13-5 3 0,9 7 0 16,8-11-1-1,44-6 4-15,4 5-3 0,0 1 0 16,-9-8 2 0,-8 0-7-16,-9 0 5 0,-9 0 0 15,-4 0-2-15,-4 0 6 16,-18 0-4-16,9 2 3 15,4-2 0-15,-4 8 17 16,9-8 0-16,-9 0-6 16,-9 0 8-16,-4 0-15 15,0 0 9-15,-13 0-2 16,-9 0-11-16,0 0 23 16,-8 0-11-16,-18 0 5 15,-4 0 11-15,-9 0-22 0,-13 0 19 16,0 0 10-1,5 0-21-15,-18 0 10 0,0 0-24 16,0-8 1-16,-4 6 18 16,4-6-20-16,9 1 14 15,-9 5-2-15,-13 2-14 16,-13 0 15-16,-13-8-15 16,-4 8 0-16,-5 0 2 15,-4 0 6-15,-4 0-8 16,-5 0 0-16,-4 0 5 15,9 0-7-15,4 0 2 16,-9 0 0-16,5 0-4 16,-5-7 11-16,-4 7-7 0,0 0 0 15,9-7 4-15,-9 7-9 16,0 0 5-16,0 0 0 16,0 0-4-16,0 0 11 15,0 0-7-15,0 0 0 16,0 0 0-16,0 0-7 15,4 0-7-15,5 0-59 16,-9 41-39-16,0 45-50 16,-48 6-50-16,-30-6-135 15,0-25-300-15</inkml:trace>
  <inkml:trace contextRef="#ctx0" brushRef="#br0" timeOffset="1293.07">43773 23439 666 0,'0'0'309'0,"0"0"-224"0,0 0 30 0,0 0 66 0,0 0-33 0,0 0-30 0,61-66-51 0,95-64-15 0,74-58-4 0,57-51-26 16,25-39-10-16,27-18-12 16,-22 11 2-16,-35 31-9 15,-39 44-33-15,-65 46-81 16,-48 35-75 0,-43 26-73-16,-48 10-107 0</inkml:trace>
  <inkml:trace contextRef="#ctx0" brushRef="#br0" timeOffset="1536.56">45583 20301 939 0,'0'0'280'0,"0"0"-148"0,13-371 36 16,74 283 7-1,43 27-93-15,44 36-32 0,34 25-20 16,40 25-5-1,-1 119 8-15,-4 64-31 0,-17 50 33 16,-35 33-23-16,-39 14-8 16,-35-5-2-16,-26-2-2 15,-8-2-5 1,-18-10-5 0,-13-47-136-16,-13-41-119 0,-26-86-105 0,-13-88-406 15</inkml:trace>
  <inkml:trace contextRef="#ctx0" brushRef="#br0" timeOffset="1843.18">48839 18584 1215 0,'0'0'280'0,"0"0"-201"16,0 0 77-16,0 0-19 15,0 0-78-15,0 0-58 16,191 403 3-16,17-102 25 16,5 14-23-16,-18-13-5 15,-21 1-1-15,-35-5 6 16,-35-22-12-16,-39-34 0 16,-26-49-111-16,-17-64-77 0,-22-43-76 15,0-77-8-15,-22-9-283 16</inkml:trace>
  <inkml:trace contextRef="#ctx0" brushRef="#br0" timeOffset="2023.61">49017 18543 932 0,'0'0'256'15,"0"0"-146"-15,130-361 56 16,35 219-25-16,39-19-49 15,35-5-41-15,-18 5-38 16,-17 14 0-16,-39 35-13 0,-39 29-6 16,-39 41-41-16,-35 30-117 15,-26 12-65-15,-26 54-17 16,0 53-154-16</inkml:trace>
  <inkml:trace contextRef="#ctx0" brushRef="#br0" timeOffset="2275.82">49963 19439 755 0,'0'0'331'0,"0"0"-189"16,0 0 38-16,0 0 28 0,0 0-90 16,0 0-61-16,126-49-11 15,65-53-10-15,39-35-7 16,13-10-29-16,-17 18-7 15,-35 29-33-15,-48 44-109 16,-26 44-89 0,-34 12-56-16,-57 85-211 0</inkml:trace>
  <inkml:trace contextRef="#ctx0" brushRef="#br0" timeOffset="2453.46">50649 21258 682 0,'0'0'554'0,"0"0"-512"16,0 0 54-16,0 0 146 16,0 0-69-1,0 0-113-15,26-56-43 0,87-29 16 16,43-40-29-16,31-17 0 16,4-11-4-16,-22 9-10 15,-4 2-59-15,13 10-96 16,13-7-105-16,-13-3-85 15</inkml:trace>
  <inkml:trace contextRef="#ctx0" brushRef="#br0" timeOffset="4245.22">52585 18484 855 0,'0'0'157'0,"0"0"-74"0,0 0 4 0,0 0-34 0,0 0-30 0,0 0-23 0,61 154 1 0,8-10 15 0,9-9 38 0,-8-11-40 0,-5-17 3 0,-13-36-15 0,-4-27 1 0,-18-12-2 0,-17-20 5 0,-4-12-5 15,-9 0-1-15,0 0 0 0,0 0 16 16,0-5-13-16,0-53 13 16,-9-38-16-16,-21 1 2 15,-5 12-6 1,13 17 0-16,5 22-1 0,4 25 4 16,0 9-8-16,4 10 9 15,9 0 0-15,0 0-8 16,0 0 5-16,0 0-7 15,0 0-16-15,0 0-11 16,0 0-12-16,0 0 9 16,0 0-12-16,0 0-31 15,0 0 10-15,0 0 2 16,0 0-2-16,0 0 21 0,0 0 18 16,0 0 34-16,0 0-3 15,-4-22 7-15,-5-5-2 16,-4 0 0-16,9 3 10 15,-5 0 28-15,5 14 17 16,4 7 48-16,0 3 3 16,-9 0-30-16,9 0-8 15,0 0-27-15,0 0-18 16,0 69-9-16,0 50-1 16,48 35 66-16,4 0-55 0,0 0 17 15,9-32 4 1,-9-20-37-16,0-23-8 0,-4-38 5 15,-22-9-1-15,-9-30-6 16,-4-2 0-16,-4 0 5 16,8 0-8-16,9-58 7 15,-4-38-4-15,-9-31 2 16,-13-26 4-16,0 6-6 16,0 23 0-16,0 48 2 15,0 47-7-15,0 29 5 16,26 0-8-16,13 5 7 15,22 63-10 1,17 12 11-16,26 6 0 0,9 7 4 16,17-35-5-16,9-11 1 15,9-28 0-15,8-19 4 16,-4 0 3-16,-13-31-6 16,-22-43-1-16,-30-6 4 0,-31-20-7 15,-25-20 5 1,-31-27-2-16,0-31 10 0,-35-29-7 15,-78-55 0-15,-26-16-3 16,-13-5 7-16,-4 21-7 16,30 48 1-16,39 67 13 15,31 64 53-15,30 54-31 16,17 29 41-16,9 0-66 16,0 5-4-16,0 87-14 15,48 70 5-15,39 43 2 16,8 10 2-16,18 17 6 15,0-13-7-15,0-16-1 0,-9-17-44 16,-13-25-73-16,-13-32-117 16,5-48-62-16,-14-52-313 15</inkml:trace>
  <inkml:trace contextRef="#ctx0" brushRef="#br0" timeOffset="4516.42">54495 18528 860 0,'0'0'283'15,"0"0"-182"-15,0 0 74 0,0 0-15 0,0 0-101 0,0 0-38 0,126-80-21 0,-5 24-10 0,27 12-6 0,8-3-129 0,5 8-61 0,-18 12-114 0,-17 10-338 0</inkml:trace>
  <inkml:trace contextRef="#ctx0" brushRef="#br0" timeOffset="4891.85">55641 18887 699 0,'0'0'229'0,"0"0"-119"0,0 0 78 0,0 0-34 0,0 0-88 16,330-317-17-16,-209 187-23 15,-12 8-16-15,-31 10 5 0,-26 5-9 16,-26 4-5-16,-26-2 3 16,0 20 1-16,0 9 0 15,-26 27-5-15,0 29 1 16,17 20 10-16,5 0-6 16,4 0 8-16,0 8-13 15,0 28 7-15,0 21 0 16,0-13 15-16,0-25-17 15,39-12 25-15,39-7-21 16,22 0 31-16,17-58 11 16,9-28-15-16,-22-6-3 15,-17-9-21-15,-22-4-3 16,-13 8 4-16,-8 9-7 16,-18 22-5-16,-9 34-1 15,-17 25 5-15,0 7-12 0,0 0 7 16,0 0-9-16,0 22 7 15,0 32-24 1,9 26 24-16,4 28-21 0,26 4-66 16,26 0-8-16,39-4-50 15,35-23-45-15,22-51-82 16,12-34-175-16</inkml:trace>
  <inkml:trace contextRef="#ctx0" brushRef="#br0" timeOffset="5373.24">58480 17122 682 0,'0'0'211'0,"0"0"-13"0,0 0 0 0,0 0-87 0,0 0-41 0,0 0-30 0,-87-27-39 0,87 83 7 0,17 17-2 0,44-21 3 0,17-11-4 0,9-19-4 0,4-22-1 16,9 0 0-16,4-17-11 15,-17-49-29-15,0-14-34 16,-35-23 21 0,-22-12 52-16,-8-26-6 0,-22-6 7 31,0 3 3-31,0 46 2 0,0 32 5 0,-13 40 48 0,13 26 1 16,-9 0-4-16,9 12-46 15,0 122-5-15,35 64 1 16,65 83 76-16,43 19-49 15,44 39 9-15,34 1-31 16,-4-6 12-16,-17-24-17 16,-35-36-3-16,-57-32-1 15,-34-54 3-15,-39-59-4 16,-31-48 0-16,-4-62-11 16,0-19 10-16,-91-32 1 0,-48-80-8 15,-30-49 2 1,-31-39-1-16,9-13-9 15,13 23-90-15,35 36-19 16,39 54 3-16,30 51-46 0,13 25-177 16,18 24-223-1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07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16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521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76242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5600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7770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2898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5800"/>
            <a:ext cx="608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140"/>
            <a:ext cx="5112678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834527" y="11154220"/>
            <a:ext cx="25378999" cy="649488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28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20989494" y="7574280"/>
            <a:ext cx="15884939" cy="1766856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2557760" lvl="0" indent="-1989369">
              <a:spcBef>
                <a:spcPts val="3357"/>
              </a:spcBef>
              <a:spcAft>
                <a:spcPts val="0"/>
              </a:spcAft>
              <a:buSzPts val="2000"/>
              <a:buChar char="⬡"/>
              <a:defRPr sz="11200"/>
            </a:lvl1pPr>
            <a:lvl2pPr marL="5115519" lvl="1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2pPr>
            <a:lvl3pPr marL="7673279" lvl="2" indent="-1989369">
              <a:spcBef>
                <a:spcPts val="0"/>
              </a:spcBef>
              <a:spcAft>
                <a:spcPts val="0"/>
              </a:spcAft>
              <a:buSzPts val="2000"/>
              <a:buChar char="∙"/>
              <a:defRPr sz="11200"/>
            </a:lvl3pPr>
            <a:lvl4pPr marL="10231039" lvl="3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4pPr>
            <a:lvl5pPr marL="12788798" lvl="4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5pPr>
            <a:lvl6pPr marL="15346558" lvl="5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6pPr>
            <a:lvl7pPr marL="17904318" lvl="6" indent="-1989369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11200"/>
            </a:lvl7pPr>
            <a:lvl8pPr marL="20462077" lvl="7" indent="-1989369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11200"/>
            </a:lvl8pPr>
            <a:lvl9pPr marL="23019837" lvl="8" indent="-1989369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112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· Small circuit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51127025" cy="2880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rgbClr val="A458FF"/>
            </a:gs>
            <a:gs pos="39000">
              <a:srgbClr val="3544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246040" y="1153460"/>
            <a:ext cx="33628432" cy="480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exend Deca"/>
              <a:buNone/>
              <a:defRPr sz="3200" b="1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246040" y="7574280"/>
            <a:ext cx="33628432" cy="1770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Muli"/>
              <a:buChar char="⬡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Muli"/>
              <a:buChar char="∙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●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○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uli"/>
              <a:buChar char="■"/>
              <a:defRPr sz="2400">
                <a:solidFill>
                  <a:schemeClr val="lt1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7417654" y="26599166"/>
            <a:ext cx="3067957" cy="220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algn="r">
              <a:buNone/>
              <a:defRPr sz="73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6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880952" y="4152954"/>
            <a:ext cx="28293013" cy="2139937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30200" dirty="0"/>
              <a:t>JavaScript </a:t>
            </a:r>
            <a:r>
              <a:rPr lang="en-US" sz="30200" b="0" dirty="0"/>
              <a:t>(</a:t>
            </a:r>
            <a:r>
              <a:rPr lang="en-IN" sz="30200" b="1" dirty="0">
                <a:solidFill>
                  <a:schemeClr val="bg1"/>
                </a:solidFill>
                <a:latin typeface="Bahnschrift Light" panose="020B0502040204020203" pitchFamily="34" charset="0"/>
              </a:rPr>
              <a:t>loop)</a:t>
            </a:r>
            <a:endParaRPr lang="en-US" sz="30200" dirty="0">
              <a:solidFill>
                <a:schemeClr val="bg1"/>
              </a:solidFill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50371" y="2118614"/>
            <a:ext cx="3704249" cy="4068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59197" y="4953822"/>
            <a:ext cx="2695435" cy="29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432678" y="22593626"/>
            <a:ext cx="3277436" cy="384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991680" y="20296861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46507" y="21044142"/>
            <a:ext cx="1799566" cy="251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558" y="1067198"/>
            <a:ext cx="9840991" cy="36566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366" y="26382081"/>
            <a:ext cx="9641221" cy="2424762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1"/>
                </a:solidFill>
                <a:latin typeface="Muli" panose="00000500000000000000" pitchFamily="2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8AFEE7-35FB-75A8-BF26-E74810B3C6A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929045" y="11638121"/>
            <a:ext cx="7965058" cy="54543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8823957"/>
            <a:ext cx="51180020" cy="19979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6935861" y="115271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23900" dirty="0">
                <a:solidFill>
                  <a:schemeClr val="bg1"/>
                </a:solidFill>
                <a:latin typeface="Lexend Deca" panose="020B0604020202020204" charset="0"/>
              </a:rPr>
              <a:t>Our Agenda.</a:t>
            </a:r>
            <a:endParaRPr lang="en-IN" sz="59500" dirty="0">
              <a:solidFill>
                <a:schemeClr val="bg1"/>
              </a:solidFill>
              <a:latin typeface="Lexend Deca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857837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F16C97-FF9C-3BA8-FB28-E118CC945B55}"/>
              </a:ext>
            </a:extLst>
          </p:cNvPr>
          <p:cNvSpPr txBox="1"/>
          <p:nvPr/>
        </p:nvSpPr>
        <p:spPr>
          <a:xfrm>
            <a:off x="3108961" y="17906774"/>
            <a:ext cx="1261872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What is a loop.	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CEBB92-04A5-9F32-C558-96341C49E022}"/>
              </a:ext>
            </a:extLst>
          </p:cNvPr>
          <p:cNvGrpSpPr/>
          <p:nvPr/>
        </p:nvGrpSpPr>
        <p:grpSpPr>
          <a:xfrm>
            <a:off x="6398252" y="6129048"/>
            <a:ext cx="5036169" cy="10852203"/>
            <a:chOff x="7175492" y="8232168"/>
            <a:chExt cx="5036169" cy="108522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C4F220F-16CD-BE5D-6340-89D11D5D1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9F1BBA-8765-D247-D32E-B1683A1B586D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31D6EC0-2614-0491-0BEC-B284DABEE50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C828B14-0C10-D8A4-81A6-98908B7A052C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8" name="Freeform 36">
                <a:extLst>
                  <a:ext uri="{FF2B5EF4-FFF2-40B4-BE49-F238E27FC236}">
                    <a16:creationId xmlns:a16="http://schemas.microsoft.com/office/drawing/2014/main" id="{70816224-6284-D409-FC55-8192D5EB6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9" name="Freeform 37">
                <a:extLst>
                  <a:ext uri="{FF2B5EF4-FFF2-40B4-BE49-F238E27FC236}">
                    <a16:creationId xmlns:a16="http://schemas.microsoft.com/office/drawing/2014/main" id="{AA983AAA-5EBD-FE5D-46A4-B2AA9BD81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10" name="Freeform 38">
                <a:extLst>
                  <a:ext uri="{FF2B5EF4-FFF2-40B4-BE49-F238E27FC236}">
                    <a16:creationId xmlns:a16="http://schemas.microsoft.com/office/drawing/2014/main" id="{7CAD8993-179C-2C49-2680-08A1009DD8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40CBEC5-31AF-D227-AC27-4C6CDFDD73E1}"/>
              </a:ext>
            </a:extLst>
          </p:cNvPr>
          <p:cNvGrpSpPr/>
          <p:nvPr/>
        </p:nvGrpSpPr>
        <p:grpSpPr>
          <a:xfrm>
            <a:off x="22937478" y="6258848"/>
            <a:ext cx="5036169" cy="13947263"/>
            <a:chOff x="28227028" y="6213128"/>
            <a:chExt cx="5036169" cy="1394726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4441266-6C8B-1D87-903D-E9A7331B113F}"/>
                </a:ext>
              </a:extLst>
            </p:cNvPr>
            <p:cNvGrpSpPr/>
            <p:nvPr/>
          </p:nvGrpSpPr>
          <p:grpSpPr>
            <a:xfrm>
              <a:off x="29261894" y="12321354"/>
              <a:ext cx="1644882" cy="1118443"/>
              <a:chOff x="3416301" y="2947988"/>
              <a:chExt cx="346075" cy="234950"/>
            </a:xfrm>
          </p:grpSpPr>
          <p:sp>
            <p:nvSpPr>
              <p:cNvPr id="40" name="Freeform 36">
                <a:extLst>
                  <a:ext uri="{FF2B5EF4-FFF2-40B4-BE49-F238E27FC236}">
                    <a16:creationId xmlns:a16="http://schemas.microsoft.com/office/drawing/2014/main" id="{15214F91-C599-B05E-56FD-EC9E47B21A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1" name="Freeform 37">
                <a:extLst>
                  <a:ext uri="{FF2B5EF4-FFF2-40B4-BE49-F238E27FC236}">
                    <a16:creationId xmlns:a16="http://schemas.microsoft.com/office/drawing/2014/main" id="{30FB41BF-0635-4848-A40B-A0748E940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42" name="Freeform 38">
                <a:extLst>
                  <a:ext uri="{FF2B5EF4-FFF2-40B4-BE49-F238E27FC236}">
                    <a16:creationId xmlns:a16="http://schemas.microsoft.com/office/drawing/2014/main" id="{48C9D729-AB91-B484-9056-D4BBD730A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3E43DBC-6E01-A450-92AF-C8A624BA2F3A}"/>
                </a:ext>
              </a:extLst>
            </p:cNvPr>
            <p:cNvGrpSpPr/>
            <p:nvPr/>
          </p:nvGrpSpPr>
          <p:grpSpPr>
            <a:xfrm>
              <a:off x="28227028" y="6213128"/>
              <a:ext cx="5036169" cy="5043942"/>
              <a:chOff x="9740908" y="6380768"/>
              <a:chExt cx="5036169" cy="5043942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0EE1409-BBE9-8CA9-4C8D-6030D599123C}"/>
                  </a:ext>
                </a:extLst>
              </p:cNvPr>
              <p:cNvSpPr/>
              <p:nvPr/>
            </p:nvSpPr>
            <p:spPr>
              <a:xfrm>
                <a:off x="9740908" y="6380768"/>
                <a:ext cx="5036169" cy="5043942"/>
              </a:xfrm>
              <a:prstGeom prst="ellipse">
                <a:avLst/>
              </a:prstGeom>
              <a:solidFill>
                <a:schemeClr val="bg1">
                  <a:alpha val="60000"/>
                </a:schemeClr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71D8675-FCBE-0FB1-C222-6D7CD88F585C}"/>
                  </a:ext>
                </a:extLst>
              </p:cNvPr>
              <p:cNvSpPr/>
              <p:nvPr/>
            </p:nvSpPr>
            <p:spPr>
              <a:xfrm>
                <a:off x="10355669" y="6916942"/>
                <a:ext cx="3715208" cy="3720931"/>
              </a:xfrm>
              <a:prstGeom prst="ellipse">
                <a:avLst/>
              </a:prstGeom>
              <a:solidFill>
                <a:srgbClr val="8B0C3C"/>
              </a:solidFill>
              <a:ln>
                <a:noFill/>
              </a:ln>
              <a:effectLst>
                <a:outerShdw blurRad="114300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>
                  <a:latin typeface="Lexend Deca" panose="020B0604020202020204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6BF025D-51B6-A3C6-211E-5E73802D2423}"/>
                </a:ext>
              </a:extLst>
            </p:cNvPr>
            <p:cNvGrpSpPr/>
            <p:nvPr/>
          </p:nvGrpSpPr>
          <p:grpSpPr>
            <a:xfrm>
              <a:off x="29917214" y="7930105"/>
              <a:ext cx="1644882" cy="12230286"/>
              <a:chOff x="11476814" y="8206554"/>
              <a:chExt cx="1644882" cy="12230286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A73AABC9-4592-8EE8-203B-396D0FCC6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67561" y="10672887"/>
                <a:ext cx="0" cy="9763953"/>
              </a:xfrm>
              <a:prstGeom prst="line">
                <a:avLst/>
              </a:prstGeom>
              <a:ln w="76200">
                <a:solidFill>
                  <a:schemeClr val="tx2">
                    <a:lumMod val="10000"/>
                  </a:schemeClr>
                </a:solidFill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3220670-4389-9C99-FA44-8110E6EE6A1E}"/>
                  </a:ext>
                </a:extLst>
              </p:cNvPr>
              <p:cNvGrpSpPr/>
              <p:nvPr/>
            </p:nvGrpSpPr>
            <p:grpSpPr>
              <a:xfrm>
                <a:off x="11476814" y="8206554"/>
                <a:ext cx="1644882" cy="1118443"/>
                <a:chOff x="3416301" y="2947988"/>
                <a:chExt cx="346075" cy="234950"/>
              </a:xfrm>
            </p:grpSpPr>
            <p:sp>
              <p:nvSpPr>
                <p:cNvPr id="26" name="Freeform 36">
                  <a:extLst>
                    <a:ext uri="{FF2B5EF4-FFF2-40B4-BE49-F238E27FC236}">
                      <a16:creationId xmlns:a16="http://schemas.microsoft.com/office/drawing/2014/main" id="{4EFD1256-10E6-3F78-545D-5058E2B55A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56001" y="2947988"/>
                  <a:ext cx="112713" cy="93663"/>
                </a:xfrm>
                <a:custGeom>
                  <a:avLst/>
                  <a:gdLst>
                    <a:gd name="T0" fmla="*/ 71 w 71"/>
                    <a:gd name="T1" fmla="*/ 14 h 59"/>
                    <a:gd name="T2" fmla="*/ 56 w 71"/>
                    <a:gd name="T3" fmla="*/ 0 h 59"/>
                    <a:gd name="T4" fmla="*/ 0 w 71"/>
                    <a:gd name="T5" fmla="*/ 59 h 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1" h="59">
                      <a:moveTo>
                        <a:pt x="71" y="14"/>
                      </a:moveTo>
                      <a:lnTo>
                        <a:pt x="56" y="0"/>
                      </a:lnTo>
                      <a:lnTo>
                        <a:pt x="0" y="59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7" name="Freeform 37">
                  <a:extLst>
                    <a:ext uri="{FF2B5EF4-FFF2-40B4-BE49-F238E27FC236}">
                      <a16:creationId xmlns:a16="http://schemas.microsoft.com/office/drawing/2014/main" id="{04A75D6D-614E-0E8C-4F2B-48200A817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16301" y="3057525"/>
                  <a:ext cx="98425" cy="125413"/>
                </a:xfrm>
                <a:custGeom>
                  <a:avLst/>
                  <a:gdLst>
                    <a:gd name="T0" fmla="*/ 40 w 62"/>
                    <a:gd name="T1" fmla="*/ 12 h 79"/>
                    <a:gd name="T2" fmla="*/ 26 w 62"/>
                    <a:gd name="T3" fmla="*/ 0 h 79"/>
                    <a:gd name="T4" fmla="*/ 0 w 62"/>
                    <a:gd name="T5" fmla="*/ 26 h 79"/>
                    <a:gd name="T6" fmla="*/ 52 w 62"/>
                    <a:gd name="T7" fmla="*/ 79 h 79"/>
                    <a:gd name="T8" fmla="*/ 62 w 62"/>
                    <a:gd name="T9" fmla="*/ 67 h 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79">
                      <a:moveTo>
                        <a:pt x="40" y="12"/>
                      </a:moveTo>
                      <a:lnTo>
                        <a:pt x="26" y="0"/>
                      </a:lnTo>
                      <a:lnTo>
                        <a:pt x="0" y="26"/>
                      </a:lnTo>
                      <a:lnTo>
                        <a:pt x="52" y="79"/>
                      </a:lnTo>
                      <a:lnTo>
                        <a:pt x="62" y="67"/>
                      </a:lnTo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  <p:sp>
              <p:nvSpPr>
                <p:cNvPr id="28" name="Freeform 38">
                  <a:extLst>
                    <a:ext uri="{FF2B5EF4-FFF2-40B4-BE49-F238E27FC236}">
                      <a16:creationId xmlns:a16="http://schemas.microsoft.com/office/drawing/2014/main" id="{714CB9C1-9783-015E-5203-9CE77F8D75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90913" y="2947988"/>
                  <a:ext cx="271463" cy="234950"/>
                </a:xfrm>
                <a:custGeom>
                  <a:avLst/>
                  <a:gdLst>
                    <a:gd name="T0" fmla="*/ 145 w 171"/>
                    <a:gd name="T1" fmla="*/ 0 h 148"/>
                    <a:gd name="T2" fmla="*/ 52 w 171"/>
                    <a:gd name="T3" fmla="*/ 95 h 148"/>
                    <a:gd name="T4" fmla="*/ 26 w 171"/>
                    <a:gd name="T5" fmla="*/ 69 h 148"/>
                    <a:gd name="T6" fmla="*/ 0 w 171"/>
                    <a:gd name="T7" fmla="*/ 95 h 148"/>
                    <a:gd name="T8" fmla="*/ 52 w 171"/>
                    <a:gd name="T9" fmla="*/ 148 h 148"/>
                    <a:gd name="T10" fmla="*/ 171 w 171"/>
                    <a:gd name="T11" fmla="*/ 26 h 148"/>
                    <a:gd name="T12" fmla="*/ 145 w 171"/>
                    <a:gd name="T13" fmla="*/ 0 h 1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1" h="148">
                      <a:moveTo>
                        <a:pt x="145" y="0"/>
                      </a:moveTo>
                      <a:lnTo>
                        <a:pt x="52" y="95"/>
                      </a:lnTo>
                      <a:lnTo>
                        <a:pt x="26" y="69"/>
                      </a:lnTo>
                      <a:lnTo>
                        <a:pt x="0" y="95"/>
                      </a:lnTo>
                      <a:lnTo>
                        <a:pt x="52" y="148"/>
                      </a:lnTo>
                      <a:lnTo>
                        <a:pt x="171" y="2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noFill/>
                <a:ln w="15875" cap="flat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>
                    <a:latin typeface="Lexend Deca" panose="020B0604020202020204" charset="0"/>
                  </a:endParaRPr>
                </a:p>
              </p:txBody>
            </p:sp>
          </p:grpSp>
        </p:grp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C0839F32-6AEB-449D-6A13-07C6068C7ECF}"/>
              </a:ext>
            </a:extLst>
          </p:cNvPr>
          <p:cNvSpPr txBox="1"/>
          <p:nvPr/>
        </p:nvSpPr>
        <p:spPr>
          <a:xfrm>
            <a:off x="18824734" y="21274814"/>
            <a:ext cx="13261657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rgbClr val="C10037"/>
                </a:solidFill>
                <a:latin typeface="Lexend Deca" panose="020B0604020202020204" charset="0"/>
              </a:rPr>
              <a:t>Diagram to understand  for loop.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9FB8025-781D-116A-9FF9-CFAF04E04D21}"/>
              </a:ext>
            </a:extLst>
          </p:cNvPr>
          <p:cNvGrpSpPr/>
          <p:nvPr/>
        </p:nvGrpSpPr>
        <p:grpSpPr>
          <a:xfrm>
            <a:off x="38295572" y="6113809"/>
            <a:ext cx="5036169" cy="10634952"/>
            <a:chOff x="7175492" y="8232168"/>
            <a:chExt cx="5036169" cy="10852203"/>
          </a:xfrm>
        </p:grpSpPr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AADCDBB-1E6D-08A2-E750-10FA222CA2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93579" y="12067801"/>
              <a:ext cx="6" cy="7016570"/>
            </a:xfrm>
            <a:prstGeom prst="line">
              <a:avLst/>
            </a:prstGeom>
            <a:ln w="76200">
              <a:solidFill>
                <a:schemeClr val="tx2">
                  <a:lumMod val="1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BD2D51B-95D7-E791-F94B-EC62ED7CAACC}"/>
                </a:ext>
              </a:extLst>
            </p:cNvPr>
            <p:cNvSpPr/>
            <p:nvPr/>
          </p:nvSpPr>
          <p:spPr>
            <a:xfrm>
              <a:off x="7175492" y="8232168"/>
              <a:ext cx="5036169" cy="5043942"/>
            </a:xfrm>
            <a:prstGeom prst="ellipse">
              <a:avLst/>
            </a:prstGeom>
            <a:solidFill>
              <a:schemeClr val="bg1">
                <a:alpha val="60000"/>
              </a:schemeClr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latin typeface="Lexend Deca" panose="020B0604020202020204" charset="0"/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F077487-807F-63DB-6098-2810215D6373}"/>
                </a:ext>
              </a:extLst>
            </p:cNvPr>
            <p:cNvSpPr/>
            <p:nvPr/>
          </p:nvSpPr>
          <p:spPr>
            <a:xfrm>
              <a:off x="7835972" y="8859783"/>
              <a:ext cx="3715208" cy="3720931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  <a:effectLst>
              <a:outerShdw blurRad="114300" sx="102000" sy="102000" algn="ctr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11552" tIns="255776" rIns="511552" bIns="25577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rgbClr val="FFC000"/>
                </a:solidFill>
                <a:latin typeface="Lexend Deca" panose="020B0604020202020204" charset="0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710B115-8435-FF1B-488C-A881D544D340}"/>
                </a:ext>
              </a:extLst>
            </p:cNvPr>
            <p:cNvGrpSpPr/>
            <p:nvPr/>
          </p:nvGrpSpPr>
          <p:grpSpPr>
            <a:xfrm>
              <a:off x="8746415" y="10119004"/>
              <a:ext cx="1644882" cy="1118443"/>
              <a:chOff x="3416301" y="2947988"/>
              <a:chExt cx="346075" cy="234950"/>
            </a:xfrm>
          </p:grpSpPr>
          <p:sp>
            <p:nvSpPr>
              <p:cNvPr id="61" name="Freeform 36">
                <a:extLst>
                  <a:ext uri="{FF2B5EF4-FFF2-40B4-BE49-F238E27FC236}">
                    <a16:creationId xmlns:a16="http://schemas.microsoft.com/office/drawing/2014/main" id="{C4D6D400-EAAB-897B-3BDA-426E2A57A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6001" y="2947988"/>
                <a:ext cx="112713" cy="93663"/>
              </a:xfrm>
              <a:custGeom>
                <a:avLst/>
                <a:gdLst>
                  <a:gd name="T0" fmla="*/ 71 w 71"/>
                  <a:gd name="T1" fmla="*/ 14 h 59"/>
                  <a:gd name="T2" fmla="*/ 56 w 71"/>
                  <a:gd name="T3" fmla="*/ 0 h 59"/>
                  <a:gd name="T4" fmla="*/ 0 w 71"/>
                  <a:gd name="T5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71" h="59">
                    <a:moveTo>
                      <a:pt x="71" y="14"/>
                    </a:moveTo>
                    <a:lnTo>
                      <a:pt x="56" y="0"/>
                    </a:lnTo>
                    <a:lnTo>
                      <a:pt x="0" y="59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2" name="Freeform 37">
                <a:extLst>
                  <a:ext uri="{FF2B5EF4-FFF2-40B4-BE49-F238E27FC236}">
                    <a16:creationId xmlns:a16="http://schemas.microsoft.com/office/drawing/2014/main" id="{DE3A1CB4-96DB-6361-E527-93736911E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6301" y="3057525"/>
                <a:ext cx="98425" cy="125413"/>
              </a:xfrm>
              <a:custGeom>
                <a:avLst/>
                <a:gdLst>
                  <a:gd name="T0" fmla="*/ 40 w 62"/>
                  <a:gd name="T1" fmla="*/ 12 h 79"/>
                  <a:gd name="T2" fmla="*/ 26 w 62"/>
                  <a:gd name="T3" fmla="*/ 0 h 79"/>
                  <a:gd name="T4" fmla="*/ 0 w 62"/>
                  <a:gd name="T5" fmla="*/ 26 h 79"/>
                  <a:gd name="T6" fmla="*/ 52 w 62"/>
                  <a:gd name="T7" fmla="*/ 79 h 79"/>
                  <a:gd name="T8" fmla="*/ 62 w 62"/>
                  <a:gd name="T9" fmla="*/ 67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" h="79">
                    <a:moveTo>
                      <a:pt x="40" y="12"/>
                    </a:moveTo>
                    <a:lnTo>
                      <a:pt x="26" y="0"/>
                    </a:lnTo>
                    <a:lnTo>
                      <a:pt x="0" y="26"/>
                    </a:lnTo>
                    <a:lnTo>
                      <a:pt x="52" y="79"/>
                    </a:lnTo>
                    <a:lnTo>
                      <a:pt x="62" y="67"/>
                    </a:lnTo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  <p:sp>
            <p:nvSpPr>
              <p:cNvPr id="63" name="Freeform 38">
                <a:extLst>
                  <a:ext uri="{FF2B5EF4-FFF2-40B4-BE49-F238E27FC236}">
                    <a16:creationId xmlns:a16="http://schemas.microsoft.com/office/drawing/2014/main" id="{E73450AD-AD83-D50E-BF15-4204322F40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0913" y="2947988"/>
                <a:ext cx="271463" cy="234950"/>
              </a:xfrm>
              <a:custGeom>
                <a:avLst/>
                <a:gdLst>
                  <a:gd name="T0" fmla="*/ 145 w 171"/>
                  <a:gd name="T1" fmla="*/ 0 h 148"/>
                  <a:gd name="T2" fmla="*/ 52 w 171"/>
                  <a:gd name="T3" fmla="*/ 95 h 148"/>
                  <a:gd name="T4" fmla="*/ 26 w 171"/>
                  <a:gd name="T5" fmla="*/ 69 h 148"/>
                  <a:gd name="T6" fmla="*/ 0 w 171"/>
                  <a:gd name="T7" fmla="*/ 95 h 148"/>
                  <a:gd name="T8" fmla="*/ 52 w 171"/>
                  <a:gd name="T9" fmla="*/ 148 h 148"/>
                  <a:gd name="T10" fmla="*/ 171 w 171"/>
                  <a:gd name="T11" fmla="*/ 26 h 148"/>
                  <a:gd name="T12" fmla="*/ 145 w 171"/>
                  <a:gd name="T13" fmla="*/ 0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1" h="148">
                    <a:moveTo>
                      <a:pt x="145" y="0"/>
                    </a:moveTo>
                    <a:lnTo>
                      <a:pt x="52" y="95"/>
                    </a:lnTo>
                    <a:lnTo>
                      <a:pt x="26" y="69"/>
                    </a:lnTo>
                    <a:lnTo>
                      <a:pt x="0" y="95"/>
                    </a:lnTo>
                    <a:lnTo>
                      <a:pt x="52" y="148"/>
                    </a:lnTo>
                    <a:lnTo>
                      <a:pt x="171" y="26"/>
                    </a:lnTo>
                    <a:lnTo>
                      <a:pt x="145" y="0"/>
                    </a:lnTo>
                    <a:close/>
                  </a:path>
                </a:pathLst>
              </a:custGeom>
              <a:noFill/>
              <a:ln w="15875" cap="flat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>
                  <a:latin typeface="Lexend Deca" panose="020B0604020202020204" charset="0"/>
                </a:endParaRPr>
              </a:p>
            </p:txBody>
          </p:sp>
        </p:grp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A0308D55-1FB3-D304-E266-8238D519A7A8}"/>
              </a:ext>
            </a:extLst>
          </p:cNvPr>
          <p:cNvSpPr txBox="1"/>
          <p:nvPr/>
        </p:nvSpPr>
        <p:spPr>
          <a:xfrm>
            <a:off x="35463480" y="18363974"/>
            <a:ext cx="1171956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FontTx/>
              <a:buNone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Types Of Loop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7B39C4-603C-5A77-D10F-A7ABFD545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8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63011" y="4572000"/>
            <a:ext cx="51190035" cy="2423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4767560" y="868680"/>
            <a:ext cx="19385280" cy="246814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What is loop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432641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F4E5E-5214-DC7F-8883-A2939BD7762D}"/>
              </a:ext>
            </a:extLst>
          </p:cNvPr>
          <p:cNvSpPr txBox="1"/>
          <p:nvPr/>
        </p:nvSpPr>
        <p:spPr>
          <a:xfrm>
            <a:off x="3532505" y="8716328"/>
            <a:ext cx="410464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A loop is used to repeat a block of code until the specified condition is met.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8F083A-CA5C-3C2A-2901-4A8C4132779B}"/>
              </a:ext>
            </a:extLst>
          </p:cNvPr>
          <p:cNvSpPr txBox="1"/>
          <p:nvPr/>
        </p:nvSpPr>
        <p:spPr>
          <a:xfrm>
            <a:off x="3380105" y="17530128"/>
            <a:ext cx="4110627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When similar task is needed to be done again and again.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227E95-1D96-26BE-93B6-3C63B4D45CB4}"/>
              </a:ext>
            </a:extLst>
          </p:cNvPr>
          <p:cNvSpPr txBox="1"/>
          <p:nvPr/>
        </p:nvSpPr>
        <p:spPr>
          <a:xfrm>
            <a:off x="3430905" y="13580458"/>
            <a:ext cx="4110627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1500" b="1" dirty="0">
                <a:solidFill>
                  <a:schemeClr val="tx1"/>
                </a:solidFill>
                <a:latin typeface="Lexend Deca" panose="020B0604020202020204" charset="0"/>
              </a:rPr>
              <a:t>Save time and leads to code reusability.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F884-13E5-EF23-1724-C564C20F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-52995" y="3931920"/>
            <a:ext cx="51180020" cy="248716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273431" y="0"/>
            <a:ext cx="35883704" cy="333682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3800" b="1" dirty="0">
                <a:solidFill>
                  <a:schemeClr val="bg1"/>
                </a:solidFill>
                <a:latin typeface="Lexend Deca" panose="020B0604020202020204" charset="0"/>
              </a:rPr>
              <a:t>Diagram to understand for loop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3840480"/>
            <a:ext cx="51127025" cy="50292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D1934-55F2-667E-4ADA-355E4E7F68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320" y="5349240"/>
            <a:ext cx="40142160" cy="21488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6ED523-D24B-5D83-E1BD-F57D9B54F2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4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F5D4569A-CD5C-4EE6-A0FD-7E0CE3CCA6C1}"/>
              </a:ext>
            </a:extLst>
          </p:cNvPr>
          <p:cNvSpPr/>
          <p:nvPr/>
        </p:nvSpPr>
        <p:spPr>
          <a:xfrm>
            <a:off x="0" y="4375466"/>
            <a:ext cx="51180020" cy="244281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14767560" y="868680"/>
            <a:ext cx="19385280" cy="246814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9900" b="1" dirty="0">
                <a:solidFill>
                  <a:schemeClr val="bg1"/>
                </a:solidFill>
                <a:latin typeface="Lexend Deca" panose="020B0604020202020204" charset="0"/>
              </a:rPr>
              <a:t>Types Of Loop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0" y="4216400"/>
            <a:ext cx="51127025" cy="350800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1802" y="747107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F4E5E-5214-DC7F-8883-A2939BD7762D}"/>
              </a:ext>
            </a:extLst>
          </p:cNvPr>
          <p:cNvSpPr txBox="1"/>
          <p:nvPr/>
        </p:nvSpPr>
        <p:spPr>
          <a:xfrm>
            <a:off x="3756751" y="11908375"/>
            <a:ext cx="410464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while Loop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8F083A-CA5C-3C2A-2901-4A8C4132779B}"/>
              </a:ext>
            </a:extLst>
          </p:cNvPr>
          <p:cNvSpPr txBox="1"/>
          <p:nvPr/>
        </p:nvSpPr>
        <p:spPr>
          <a:xfrm>
            <a:off x="3668530" y="7360063"/>
            <a:ext cx="411062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for Loop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227E95-1D96-26BE-93B6-3C63B4D45CB4}"/>
              </a:ext>
            </a:extLst>
          </p:cNvPr>
          <p:cNvSpPr txBox="1"/>
          <p:nvPr/>
        </p:nvSpPr>
        <p:spPr>
          <a:xfrm>
            <a:off x="3756751" y="17285461"/>
            <a:ext cx="4110627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0" lvl="0" indent="-1143000">
              <a:buFont typeface="Arial" panose="020B0604020202020204" pitchFamily="34" charset="0"/>
              <a:buChar char="•"/>
            </a:pPr>
            <a:r>
              <a:rPr lang="en-IN" sz="16600" b="1" dirty="0">
                <a:solidFill>
                  <a:schemeClr val="tx1"/>
                </a:solidFill>
                <a:latin typeface="Lexend Deca" panose="020B0604020202020204" charset="0"/>
              </a:rPr>
              <a:t>do-while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85F884-13E5-EF23-1724-C564C20FEE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5B3235-7662-C9BA-B47C-8204948EF9CD}"/>
                  </a:ext>
                </a:extLst>
              </p14:cNvPr>
              <p14:cNvContentPartPr/>
              <p14:nvPr/>
            </p14:nvContentPartPr>
            <p14:xfrm>
              <a:off x="5330520" y="5880960"/>
              <a:ext cx="16513200" cy="4284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5B3235-7662-C9BA-B47C-8204948EF9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21160" y="5871600"/>
                <a:ext cx="16531920" cy="430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373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52995" y="3494306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for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E7AE751A-CE52-0654-CDA9-8E5D7338F84D}"/>
              </a:ext>
            </a:extLst>
          </p:cNvPr>
          <p:cNvGrpSpPr/>
          <p:nvPr/>
        </p:nvGrpSpPr>
        <p:grpSpPr>
          <a:xfrm>
            <a:off x="8848788" y="6393972"/>
            <a:ext cx="33235066" cy="15353936"/>
            <a:chOff x="4875268" y="4227300"/>
            <a:chExt cx="33235066" cy="1535393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2B0F821-EB46-095E-967B-2218B4F95961}"/>
                </a:ext>
              </a:extLst>
            </p:cNvPr>
            <p:cNvSpPr txBox="1"/>
            <p:nvPr/>
          </p:nvSpPr>
          <p:spPr>
            <a:xfrm>
              <a:off x="14011697" y="4227300"/>
              <a:ext cx="8746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test condition</a:t>
              </a:r>
              <a:endParaRPr lang="en-IN" dirty="0">
                <a:latin typeface="Consolas" panose="020B0609020204030204" pitchFamily="49" charset="0"/>
              </a:endParaRP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901FABA-7A12-91F0-C579-D2537D264EE3}"/>
                </a:ext>
              </a:extLst>
            </p:cNvPr>
            <p:cNvGrpSpPr/>
            <p:nvPr/>
          </p:nvGrpSpPr>
          <p:grpSpPr>
            <a:xfrm>
              <a:off x="4875268" y="6847157"/>
              <a:ext cx="33235066" cy="12734079"/>
              <a:chOff x="4875268" y="6847157"/>
              <a:chExt cx="33235066" cy="1273407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6E44D7B9-FBC4-16B1-86D3-8B56D598FB46}"/>
                  </a:ext>
                </a:extLst>
              </p:cNvPr>
              <p:cNvSpPr/>
              <p:nvPr/>
            </p:nvSpPr>
            <p:spPr>
              <a:xfrm>
                <a:off x="4875268" y="10640327"/>
                <a:ext cx="33235066" cy="89409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1500" dirty="0">
                    <a:solidFill>
                      <a:srgbClr val="0033CC"/>
                    </a:solidFill>
                    <a:latin typeface="Consolas" panose="020B0609020204030204" pitchFamily="49" charset="0"/>
                  </a:rPr>
                  <a:t>for</a:t>
                </a:r>
                <a:r>
                  <a:rPr lang="en-US" sz="11500" dirty="0">
                    <a:latin typeface="Consolas" panose="020B0609020204030204" pitchFamily="49" charset="0"/>
                  </a:rPr>
                  <a:t>(var 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 = 1; 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&lt;=10 ;</a:t>
                </a:r>
                <a:r>
                  <a:rPr lang="en-US" sz="11500" dirty="0" err="1">
                    <a:latin typeface="Consolas" panose="020B0609020204030204" pitchFamily="49" charset="0"/>
                  </a:rPr>
                  <a:t>i</a:t>
                </a:r>
                <a:r>
                  <a:rPr lang="en-US" sz="11500" dirty="0">
                    <a:latin typeface="Consolas" panose="020B0609020204030204" pitchFamily="49" charset="0"/>
                  </a:rPr>
                  <a:t>++)</a:t>
                </a:r>
              </a:p>
              <a:p>
                <a:r>
                  <a:rPr lang="en-US" sz="11500" dirty="0">
                    <a:latin typeface="Consolas" panose="020B0609020204030204" pitchFamily="49" charset="0"/>
                  </a:rPr>
                  <a:t>{				</a:t>
                </a:r>
              </a:p>
              <a:p>
                <a:r>
                  <a:rPr lang="en-US" sz="1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  // Statement(s) to be executed if test</a:t>
                </a:r>
              </a:p>
              <a:p>
                <a:r>
                  <a:rPr lang="en-US" sz="11500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	 //condition is true</a:t>
                </a:r>
              </a:p>
              <a:p>
                <a:r>
                  <a:rPr lang="en-US" sz="11500" dirty="0">
                    <a:latin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14227E7-C136-B528-8383-034AF7FBA6C2}"/>
                  </a:ext>
                </a:extLst>
              </p:cNvPr>
              <p:cNvSpPr txBox="1"/>
              <p:nvPr/>
            </p:nvSpPr>
            <p:spPr>
              <a:xfrm>
                <a:off x="20063537" y="6847157"/>
                <a:ext cx="1072222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dirty="0">
                    <a:latin typeface="Consolas" panose="020B0609020204030204" pitchFamily="49" charset="0"/>
                  </a:rPr>
                  <a:t>+ </a:t>
                </a:r>
                <a:r>
                  <a:rPr lang="en-US" sz="8000" dirty="0" err="1">
                    <a:latin typeface="Consolas" panose="020B0609020204030204" pitchFamily="49" charset="0"/>
                  </a:rPr>
                  <a:t>ement</a:t>
                </a:r>
                <a:r>
                  <a:rPr lang="en-US" sz="8000" dirty="0">
                    <a:latin typeface="Consolas" panose="020B0609020204030204" pitchFamily="49" charset="0"/>
                  </a:rPr>
                  <a:t>/- </a:t>
                </a:r>
                <a:r>
                  <a:rPr lang="en-US" sz="8000" dirty="0" err="1">
                    <a:latin typeface="Consolas" panose="020B0609020204030204" pitchFamily="49" charset="0"/>
                  </a:rPr>
                  <a:t>ement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99F3313-A763-0C63-9773-CC35287E42F8}"/>
                  </a:ext>
                </a:extLst>
              </p:cNvPr>
              <p:cNvSpPr txBox="1"/>
              <p:nvPr/>
            </p:nvSpPr>
            <p:spPr>
              <a:xfrm>
                <a:off x="5950075" y="6867859"/>
                <a:ext cx="801667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dirty="0">
                    <a:latin typeface="Consolas" panose="020B0609020204030204" pitchFamily="49" charset="0"/>
                  </a:rPr>
                  <a:t>initialization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2A3B146-DBD3-E374-B0A9-B7D9754290B5}"/>
              </a:ext>
            </a:extLst>
          </p:cNvPr>
          <p:cNvSpPr/>
          <p:nvPr/>
        </p:nvSpPr>
        <p:spPr>
          <a:xfrm>
            <a:off x="13017534" y="10485982"/>
            <a:ext cx="334774" cy="2469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72FFE10F-A158-DAD5-CDD8-FD38015DE906}"/>
              </a:ext>
            </a:extLst>
          </p:cNvPr>
          <p:cNvSpPr/>
          <p:nvPr/>
        </p:nvSpPr>
        <p:spPr>
          <a:xfrm>
            <a:off x="21774245" y="7666227"/>
            <a:ext cx="334775" cy="50073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BFB03D2-9AC0-3290-D883-C90E7547A816}"/>
              </a:ext>
            </a:extLst>
          </p:cNvPr>
          <p:cNvSpPr/>
          <p:nvPr/>
        </p:nvSpPr>
        <p:spPr>
          <a:xfrm>
            <a:off x="27693923" y="10357970"/>
            <a:ext cx="334775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31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165361" y="3494307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for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69293" y="3366294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E45FACF-AA4D-B37D-75EA-3D2136F658DA}"/>
              </a:ext>
            </a:extLst>
          </p:cNvPr>
          <p:cNvGrpSpPr/>
          <p:nvPr/>
        </p:nvGrpSpPr>
        <p:grpSpPr>
          <a:xfrm>
            <a:off x="8807116" y="8558688"/>
            <a:ext cx="33235066" cy="12887029"/>
            <a:chOff x="8848788" y="10890945"/>
            <a:chExt cx="33235066" cy="1288702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7AE751A-CE52-0654-CDA9-8E5D7338F84D}"/>
                </a:ext>
              </a:extLst>
            </p:cNvPr>
            <p:cNvGrpSpPr/>
            <p:nvPr/>
          </p:nvGrpSpPr>
          <p:grpSpPr>
            <a:xfrm>
              <a:off x="8848788" y="10890945"/>
              <a:ext cx="33235066" cy="12887029"/>
              <a:chOff x="4875268" y="8724273"/>
              <a:chExt cx="33235066" cy="1288702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B0F821-EB46-095E-967B-2218B4F95961}"/>
                  </a:ext>
                </a:extLst>
              </p:cNvPr>
              <p:cNvSpPr txBox="1"/>
              <p:nvPr/>
            </p:nvSpPr>
            <p:spPr>
              <a:xfrm>
                <a:off x="19682128" y="10773438"/>
                <a:ext cx="8746100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0" b="1" dirty="0">
                    <a:latin typeface="Consolas" panose="020B0609020204030204" pitchFamily="49" charset="0"/>
                  </a:rPr>
                  <a:t>test condition</a:t>
                </a:r>
                <a:endParaRPr lang="en-IN" dirty="0">
                  <a:latin typeface="Consolas" panose="020B0609020204030204" pitchFamily="49" charset="0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901FABA-7A12-91F0-C579-D2537D264EE3}"/>
                  </a:ext>
                </a:extLst>
              </p:cNvPr>
              <p:cNvGrpSpPr/>
              <p:nvPr/>
            </p:nvGrpSpPr>
            <p:grpSpPr>
              <a:xfrm>
                <a:off x="4875268" y="8724273"/>
                <a:ext cx="33235066" cy="12887029"/>
                <a:chOff x="4875268" y="8724273"/>
                <a:chExt cx="33235066" cy="12887029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6E44D7B9-FBC4-16B1-86D3-8B56D598FB46}"/>
                    </a:ext>
                  </a:extLst>
                </p:cNvPr>
                <p:cNvSpPr/>
                <p:nvPr/>
              </p:nvSpPr>
              <p:spPr>
                <a:xfrm>
                  <a:off x="4875268" y="9130962"/>
                  <a:ext cx="33235066" cy="124803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11500" dirty="0">
                      <a:latin typeface="Consolas" panose="020B0609020204030204" pitchFamily="49" charset="0"/>
                    </a:rPr>
                    <a:t>var 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 = 1;</a:t>
                  </a:r>
                </a:p>
                <a:p>
                  <a:r>
                    <a:rPr lang="en-US" sz="11500" dirty="0">
                      <a:solidFill>
                        <a:srgbClr val="0033CC"/>
                      </a:solidFill>
                      <a:latin typeface="Consolas" panose="020B0609020204030204" pitchFamily="49" charset="0"/>
                    </a:rPr>
                    <a:t>while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(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&lt;=10)</a:t>
                  </a:r>
                </a:p>
                <a:p>
                  <a:r>
                    <a:rPr lang="en-US" sz="11500" dirty="0">
                      <a:latin typeface="Consolas" panose="020B0609020204030204" pitchFamily="49" charset="0"/>
                    </a:rPr>
                    <a:t>{				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  // Statement(s) to be executed if test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	 //condition is true</a:t>
                  </a:r>
                </a:p>
                <a:p>
                  <a:r>
                    <a:rPr lang="en-US" sz="11500" dirty="0">
                      <a:solidFill>
                        <a:srgbClr val="00B050"/>
                      </a:solidFill>
                      <a:latin typeface="Consolas" panose="020B0609020204030204" pitchFamily="49" charset="0"/>
                    </a:rPr>
                    <a:t>		</a:t>
                  </a:r>
                  <a:r>
                    <a:rPr lang="en-US" sz="11500" dirty="0" err="1">
                      <a:latin typeface="Consolas" panose="020B0609020204030204" pitchFamily="49" charset="0"/>
                    </a:rPr>
                    <a:t>i</a:t>
                  </a:r>
                  <a:r>
                    <a:rPr lang="en-US" sz="11500" dirty="0">
                      <a:latin typeface="Consolas" panose="020B0609020204030204" pitchFamily="49" charset="0"/>
                    </a:rPr>
                    <a:t>++;</a:t>
                  </a:r>
                </a:p>
                <a:p>
                  <a:r>
                    <a:rPr lang="en-US" sz="11500" dirty="0">
                      <a:latin typeface="Consolas" panose="020B0609020204030204" pitchFamily="49" charset="0"/>
                    </a:rPr>
                    <a:t>}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14227E7-C136-B528-8383-034AF7FBA6C2}"/>
                    </a:ext>
                  </a:extLst>
                </p:cNvPr>
                <p:cNvSpPr txBox="1"/>
                <p:nvPr/>
              </p:nvSpPr>
              <p:spPr>
                <a:xfrm>
                  <a:off x="13581310" y="18095244"/>
                  <a:ext cx="10722223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0" dirty="0">
                      <a:latin typeface="Consolas" panose="020B0609020204030204" pitchFamily="49" charset="0"/>
                    </a:rPr>
                    <a:t>+ </a:t>
                  </a:r>
                  <a:r>
                    <a:rPr lang="en-US" sz="8000" dirty="0" err="1">
                      <a:latin typeface="Consolas" panose="020B0609020204030204" pitchFamily="49" charset="0"/>
                    </a:rPr>
                    <a:t>ement</a:t>
                  </a:r>
                  <a:r>
                    <a:rPr lang="en-US" sz="8000" dirty="0">
                      <a:latin typeface="Consolas" panose="020B0609020204030204" pitchFamily="49" charset="0"/>
                    </a:rPr>
                    <a:t>/- </a:t>
                  </a:r>
                  <a:r>
                    <a:rPr lang="en-US" sz="8000" dirty="0" err="1">
                      <a:latin typeface="Consolas" panose="020B0609020204030204" pitchFamily="49" charset="0"/>
                    </a:rPr>
                    <a:t>ement</a:t>
                  </a:r>
                  <a:endParaRPr lang="en-IN" sz="80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99F3313-A763-0C63-9773-CC35287E42F8}"/>
                    </a:ext>
                  </a:extLst>
                </p:cNvPr>
                <p:cNvSpPr txBox="1"/>
                <p:nvPr/>
              </p:nvSpPr>
              <p:spPr>
                <a:xfrm>
                  <a:off x="16740403" y="8724273"/>
                  <a:ext cx="8016679" cy="1323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000" dirty="0">
                      <a:latin typeface="Consolas" panose="020B0609020204030204" pitchFamily="49" charset="0"/>
                    </a:rPr>
                    <a:t>initialization</a:t>
                  </a:r>
                  <a:endParaRPr lang="en-IN" dirty="0">
                    <a:latin typeface="Consolas" panose="020B0609020204030204" pitchFamily="49" charset="0"/>
                  </a:endParaRPr>
                </a:p>
              </p:txBody>
            </p:sp>
          </p:grpSp>
        </p:grpSp>
        <p:sp>
          <p:nvSpPr>
            <p:cNvPr id="31" name="Arrow: Down 30">
              <a:extLst>
                <a:ext uri="{FF2B5EF4-FFF2-40B4-BE49-F238E27FC236}">
                  <a16:creationId xmlns:a16="http://schemas.microsoft.com/office/drawing/2014/main" id="{E2A3B146-DBD3-E374-B0A9-B7D9754290B5}"/>
                </a:ext>
              </a:extLst>
            </p:cNvPr>
            <p:cNvSpPr/>
            <p:nvPr/>
          </p:nvSpPr>
          <p:spPr>
            <a:xfrm rot="5400000">
              <a:off x="18622308" y="10822151"/>
              <a:ext cx="334774" cy="246973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Arrow: Down 31">
              <a:extLst>
                <a:ext uri="{FF2B5EF4-FFF2-40B4-BE49-F238E27FC236}">
                  <a16:creationId xmlns:a16="http://schemas.microsoft.com/office/drawing/2014/main" id="{72FFE10F-A158-DAD5-CDD8-FD38015DE906}"/>
                </a:ext>
              </a:extLst>
            </p:cNvPr>
            <p:cNvSpPr/>
            <p:nvPr/>
          </p:nvSpPr>
          <p:spPr>
            <a:xfrm rot="5400000">
              <a:off x="21161037" y="11893189"/>
              <a:ext cx="334773" cy="408105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Arrow: Down 33">
              <a:extLst>
                <a:ext uri="{FF2B5EF4-FFF2-40B4-BE49-F238E27FC236}">
                  <a16:creationId xmlns:a16="http://schemas.microsoft.com/office/drawing/2014/main" id="{ABFB03D2-9AC0-3290-D883-C90E7547A816}"/>
                </a:ext>
              </a:extLst>
            </p:cNvPr>
            <p:cNvSpPr/>
            <p:nvPr/>
          </p:nvSpPr>
          <p:spPr>
            <a:xfrm rot="5400000">
              <a:off x="15651643" y="19867981"/>
              <a:ext cx="296593" cy="2407902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61913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8000">
              <a:srgbClr val="A458FF"/>
            </a:gs>
            <a:gs pos="100000">
              <a:srgbClr val="0A2F9E"/>
            </a:gs>
          </a:gsLst>
          <a:lin ang="8100019" scaled="0"/>
        </a:gra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3644BDF5-AA20-6FFF-E804-6CD4F64F9816}"/>
              </a:ext>
            </a:extLst>
          </p:cNvPr>
          <p:cNvSpPr/>
          <p:nvPr/>
        </p:nvSpPr>
        <p:spPr>
          <a:xfrm>
            <a:off x="-52995" y="3706613"/>
            <a:ext cx="51180020" cy="253092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 b="1" dirty="0">
              <a:solidFill>
                <a:srgbClr val="00CBFA"/>
              </a:solidFill>
              <a:latin typeface="Lexend Deca" panose="020B0604020202020204" charset="0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427100" y="548640"/>
            <a:ext cx="35883704" cy="2376707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IN" sz="16600" dirty="0">
                <a:solidFill>
                  <a:schemeClr val="bg1"/>
                </a:solidFill>
                <a:latin typeface="Lexend Deca" panose="020B0604020202020204" charset="0"/>
              </a:rPr>
              <a:t>do-while loop in JavaScript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1254B6D-4508-4858-9335-FD484A2AEFE1}"/>
              </a:ext>
            </a:extLst>
          </p:cNvPr>
          <p:cNvSpPr/>
          <p:nvPr/>
        </p:nvSpPr>
        <p:spPr>
          <a:xfrm flipV="1">
            <a:off x="-26498" y="3578600"/>
            <a:ext cx="51265611" cy="256026"/>
          </a:xfrm>
          <a:prstGeom prst="rect">
            <a:avLst/>
          </a:prstGeom>
          <a:gradFill flip="none" rotWithShape="1">
            <a:gsLst>
              <a:gs pos="14000">
                <a:srgbClr val="18E7E5"/>
              </a:gs>
              <a:gs pos="85000">
                <a:srgbClr val="B21D61"/>
              </a:gs>
              <a:gs pos="69000">
                <a:srgbClr val="AA51AA"/>
              </a:gs>
              <a:gs pos="51000">
                <a:srgbClr val="7A81E2"/>
              </a:gs>
              <a:gs pos="32000">
                <a:srgbClr val="00CBF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>
              <a:latin typeface="Lexend Deca" panose="020B0604020202020204" charset="0"/>
            </a:endParaRP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3854" y="307975"/>
            <a:ext cx="8003812" cy="2974026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12366" y="26382085"/>
            <a:ext cx="9525805" cy="2138530"/>
          </a:xfrm>
          <a:prstGeom prst="rect">
            <a:avLst/>
          </a:prstGeom>
        </p:spPr>
        <p:txBody>
          <a:bodyPr wrap="none" lIns="511552" tIns="255776" rIns="511552" bIns="255776">
            <a:spAutoFit/>
          </a:bodyPr>
          <a:lstStyle/>
          <a:p>
            <a:pPr>
              <a:lnSpc>
                <a:spcPct val="200000"/>
              </a:lnSpc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Lexend Deca" panose="020B0604020202020204" charset="0"/>
                <a:cs typeface="Arial" panose="020B0604020202020204" pitchFamily="34" charset="0"/>
              </a:rPr>
              <a:t>www.wscubetech.com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189334-F3E4-7227-E128-FF5F3B9C9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0" y="25351430"/>
            <a:ext cx="5041265" cy="345217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F901FABA-7A12-91F0-C579-D2537D264EE3}"/>
              </a:ext>
            </a:extLst>
          </p:cNvPr>
          <p:cNvGrpSpPr/>
          <p:nvPr/>
        </p:nvGrpSpPr>
        <p:grpSpPr>
          <a:xfrm>
            <a:off x="8075738" y="8664841"/>
            <a:ext cx="33235066" cy="12480340"/>
            <a:chOff x="3962232" y="8724273"/>
            <a:chExt cx="33235066" cy="124803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E44D7B9-FBC4-16B1-86D3-8B56D598FB46}"/>
                </a:ext>
              </a:extLst>
            </p:cNvPr>
            <p:cNvSpPr/>
            <p:nvPr/>
          </p:nvSpPr>
          <p:spPr>
            <a:xfrm>
              <a:off x="3962232" y="8724273"/>
              <a:ext cx="33235066" cy="124803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var</a:t>
              </a:r>
              <a:r>
                <a:rPr lang="en-US" sz="11500" dirty="0">
                  <a:latin typeface="Consolas" panose="020B0609020204030204" pitchFamily="49" charset="0"/>
                </a:rPr>
                <a:t> 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 = 1;</a:t>
              </a:r>
            </a:p>
            <a:p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do</a:t>
              </a:r>
              <a:endParaRPr lang="en-US" sz="11500" dirty="0">
                <a:latin typeface="Consolas" panose="020B0609020204030204" pitchFamily="49" charset="0"/>
              </a:endParaRPr>
            </a:p>
            <a:p>
              <a:r>
                <a:rPr lang="en-US" sz="11500" dirty="0">
                  <a:latin typeface="Consolas" panose="020B0609020204030204" pitchFamily="49" charset="0"/>
                </a:rPr>
                <a:t>{				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  // Statement(s) to be executed if test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	 //condition is true</a:t>
              </a:r>
            </a:p>
            <a:p>
              <a:r>
                <a:rPr lang="en-US" sz="11500" dirty="0">
                  <a:solidFill>
                    <a:srgbClr val="00B050"/>
                  </a:solidFill>
                  <a:latin typeface="Consolas" panose="020B0609020204030204" pitchFamily="49" charset="0"/>
                </a:rPr>
                <a:t>		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++;</a:t>
              </a:r>
            </a:p>
            <a:p>
              <a:r>
                <a:rPr lang="en-US" sz="11500" dirty="0">
                  <a:latin typeface="Consolas" panose="020B0609020204030204" pitchFamily="49" charset="0"/>
                </a:rPr>
                <a:t>}</a:t>
              </a:r>
              <a:r>
                <a:rPr lang="en-US" sz="11500" dirty="0">
                  <a:solidFill>
                    <a:srgbClr val="0033CC"/>
                  </a:solidFill>
                  <a:latin typeface="Consolas" panose="020B0609020204030204" pitchFamily="49" charset="0"/>
                </a:rPr>
                <a:t>while</a:t>
              </a:r>
              <a:r>
                <a:rPr lang="en-US" sz="11500" dirty="0">
                  <a:latin typeface="Consolas" panose="020B0609020204030204" pitchFamily="49" charset="0"/>
                </a:rPr>
                <a:t>(</a:t>
              </a:r>
              <a:r>
                <a:rPr lang="en-US" sz="11500" dirty="0" err="1">
                  <a:latin typeface="Consolas" panose="020B0609020204030204" pitchFamily="49" charset="0"/>
                </a:rPr>
                <a:t>i</a:t>
              </a:r>
              <a:r>
                <a:rPr lang="en-US" sz="11500" dirty="0">
                  <a:latin typeface="Consolas" panose="020B0609020204030204" pitchFamily="49" charset="0"/>
                </a:rPr>
                <a:t>&lt;=10)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4227E7-C136-B528-8383-034AF7FBA6C2}"/>
                </a:ext>
              </a:extLst>
            </p:cNvPr>
            <p:cNvSpPr txBox="1"/>
            <p:nvPr/>
          </p:nvSpPr>
          <p:spPr>
            <a:xfrm>
              <a:off x="13581310" y="18095244"/>
              <a:ext cx="10722223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+ </a:t>
              </a:r>
              <a:r>
                <a:rPr lang="en-US" sz="8000" dirty="0" err="1">
                  <a:latin typeface="Consolas" panose="020B0609020204030204" pitchFamily="49" charset="0"/>
                </a:rPr>
                <a:t>ement</a:t>
              </a:r>
              <a:r>
                <a:rPr lang="en-US" sz="8000" dirty="0">
                  <a:latin typeface="Consolas" panose="020B0609020204030204" pitchFamily="49" charset="0"/>
                </a:rPr>
                <a:t>/- </a:t>
              </a:r>
              <a:r>
                <a:rPr lang="en-US" sz="8000" dirty="0" err="1">
                  <a:latin typeface="Consolas" panose="020B0609020204030204" pitchFamily="49" charset="0"/>
                </a:rPr>
                <a:t>ement</a:t>
              </a:r>
              <a:endParaRPr lang="en-IN" sz="8000" dirty="0">
                <a:latin typeface="Consolas" panose="020B0609020204030204" pitchFamily="49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9F3313-A763-0C63-9773-CC35287E42F8}"/>
                </a:ext>
              </a:extLst>
            </p:cNvPr>
            <p:cNvSpPr txBox="1"/>
            <p:nvPr/>
          </p:nvSpPr>
          <p:spPr>
            <a:xfrm>
              <a:off x="16571425" y="9122471"/>
              <a:ext cx="8016679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0" dirty="0">
                  <a:latin typeface="Consolas" panose="020B0609020204030204" pitchFamily="49" charset="0"/>
                </a:rPr>
                <a:t>initialization</a:t>
              </a:r>
              <a:endParaRPr lang="en-IN" dirty="0">
                <a:latin typeface="Consolas" panose="020B0609020204030204" pitchFamily="49" charset="0"/>
              </a:endParaRPr>
            </a:p>
          </p:txBody>
        </p:sp>
      </p:grp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2A3B146-DBD3-E374-B0A9-B7D9754290B5}"/>
              </a:ext>
            </a:extLst>
          </p:cNvPr>
          <p:cNvSpPr/>
          <p:nvPr/>
        </p:nvSpPr>
        <p:spPr>
          <a:xfrm rot="5400000">
            <a:off x="18580636" y="8489894"/>
            <a:ext cx="334774" cy="2469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ABFB03D2-9AC0-3290-D883-C90E7547A816}"/>
              </a:ext>
            </a:extLst>
          </p:cNvPr>
          <p:cNvSpPr/>
          <p:nvPr/>
        </p:nvSpPr>
        <p:spPr>
          <a:xfrm rot="5400000">
            <a:off x="15609971" y="17535724"/>
            <a:ext cx="296593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6B35B9-A211-194B-E620-59C8B7D7ADC5}"/>
              </a:ext>
            </a:extLst>
          </p:cNvPr>
          <p:cNvSpPr txBox="1"/>
          <p:nvPr/>
        </p:nvSpPr>
        <p:spPr>
          <a:xfrm>
            <a:off x="22675601" y="19553396"/>
            <a:ext cx="87461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Consolas" panose="020B0609020204030204" pitchFamily="49" charset="0"/>
              </a:rPr>
              <a:t>test condition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E1B3C0C-E7EB-21AD-1520-C2310B72798E}"/>
              </a:ext>
            </a:extLst>
          </p:cNvPr>
          <p:cNvSpPr/>
          <p:nvPr/>
        </p:nvSpPr>
        <p:spPr>
          <a:xfrm rot="5400000">
            <a:off x="20668511" y="19011165"/>
            <a:ext cx="370796" cy="24079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572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594375" cy="29032926"/>
          </a:xfrm>
          <a:custGeom>
            <a:avLst/>
            <a:gdLst>
              <a:gd name="connsiteX0" fmla="*/ 0 w 5158409"/>
              <a:gd name="connsiteY0" fmla="*/ 0 h 5143451"/>
              <a:gd name="connsiteX1" fmla="*/ 5158409 w 5158409"/>
              <a:gd name="connsiteY1" fmla="*/ 0 h 5143451"/>
              <a:gd name="connsiteX2" fmla="*/ 5158409 w 5158409"/>
              <a:gd name="connsiteY2" fmla="*/ 5143451 h 5143451"/>
              <a:gd name="connsiteX3" fmla="*/ 0 w 5158409"/>
              <a:gd name="connsiteY3" fmla="*/ 5143451 h 5143451"/>
              <a:gd name="connsiteX4" fmla="*/ 0 w 5158409"/>
              <a:gd name="connsiteY4" fmla="*/ 0 h 5143451"/>
              <a:gd name="connsiteX0" fmla="*/ 0 w 5685183"/>
              <a:gd name="connsiteY0" fmla="*/ 0 h 5163329"/>
              <a:gd name="connsiteX1" fmla="*/ 5158409 w 5685183"/>
              <a:gd name="connsiteY1" fmla="*/ 0 h 5163329"/>
              <a:gd name="connsiteX2" fmla="*/ 5685183 w 5685183"/>
              <a:gd name="connsiteY2" fmla="*/ 5163329 h 5163329"/>
              <a:gd name="connsiteX3" fmla="*/ 0 w 5685183"/>
              <a:gd name="connsiteY3" fmla="*/ 5143451 h 5163329"/>
              <a:gd name="connsiteX4" fmla="*/ 0 w 5685183"/>
              <a:gd name="connsiteY4" fmla="*/ 0 h 5163329"/>
              <a:gd name="connsiteX0" fmla="*/ 0 w 5685183"/>
              <a:gd name="connsiteY0" fmla="*/ 9918 h 5173247"/>
              <a:gd name="connsiteX1" fmla="*/ 5379442 w 5685183"/>
              <a:gd name="connsiteY1" fmla="*/ 0 h 5173247"/>
              <a:gd name="connsiteX2" fmla="*/ 5685183 w 5685183"/>
              <a:gd name="connsiteY2" fmla="*/ 5173247 h 5173247"/>
              <a:gd name="connsiteX3" fmla="*/ 0 w 5685183"/>
              <a:gd name="connsiteY3" fmla="*/ 5153369 h 5173247"/>
              <a:gd name="connsiteX4" fmla="*/ 0 w 5685183"/>
              <a:gd name="connsiteY4" fmla="*/ 9918 h 5173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85183" h="5173247">
                <a:moveTo>
                  <a:pt x="0" y="9918"/>
                </a:moveTo>
                <a:lnTo>
                  <a:pt x="5379442" y="0"/>
                </a:lnTo>
                <a:lnTo>
                  <a:pt x="5685183" y="5173247"/>
                </a:lnTo>
                <a:lnTo>
                  <a:pt x="0" y="5153369"/>
                </a:lnTo>
                <a:lnTo>
                  <a:pt x="0" y="991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1552" tIns="255776" rIns="511552" bIns="255776" rtlCol="0" anchor="ctr"/>
          <a:lstStyle/>
          <a:p>
            <a:pPr algn="ctr"/>
            <a:endParaRPr lang="en-US"/>
          </a:p>
        </p:txBody>
      </p:sp>
      <p:sp>
        <p:nvSpPr>
          <p:cNvPr id="352" name="Google Shape;352;p35"/>
          <p:cNvSpPr txBox="1">
            <a:spLocks noGrp="1"/>
          </p:cNvSpPr>
          <p:nvPr>
            <p:ph type="subTitle" idx="4294967295"/>
          </p:nvPr>
        </p:nvSpPr>
        <p:spPr>
          <a:xfrm>
            <a:off x="4128572" y="14630400"/>
            <a:ext cx="25154877" cy="1307883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62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9000" b="1" dirty="0" err="1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wscubetech.india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www.wscubetech.com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sz="9000" b="1" dirty="0">
                <a:solidFill>
                  <a:schemeClr val="bg2">
                    <a:lumMod val="50000"/>
                  </a:schemeClr>
                </a:solidFill>
              </a:rPr>
              <a:t>Subscribe To Get Notified about New Videos </a:t>
            </a:r>
            <a:endParaRPr lang="en-US" sz="9000" b="1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53" name="Google Shape;35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46475" y="13134416"/>
            <a:ext cx="17731886" cy="10582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52392" y="8844564"/>
            <a:ext cx="3067957" cy="894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60854" y="1377636"/>
            <a:ext cx="7155211" cy="839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3337;p69"/>
          <p:cNvGrpSpPr/>
          <p:nvPr/>
        </p:nvGrpSpPr>
        <p:grpSpPr>
          <a:xfrm>
            <a:off x="1826418" y="24093693"/>
            <a:ext cx="1745068" cy="1381223"/>
            <a:chOff x="3476576" y="2633631"/>
            <a:chExt cx="417024" cy="293244"/>
          </a:xfrm>
          <a:solidFill>
            <a:srgbClr val="00AAFD"/>
          </a:solidFill>
        </p:grpSpPr>
        <p:sp>
          <p:nvSpPr>
            <p:cNvPr id="13" name="Google Shape;13338;p69"/>
            <p:cNvSpPr/>
            <p:nvPr/>
          </p:nvSpPr>
          <p:spPr>
            <a:xfrm>
              <a:off x="3476576" y="2633631"/>
              <a:ext cx="417024" cy="293244"/>
            </a:xfrm>
            <a:custGeom>
              <a:avLst/>
              <a:gdLst/>
              <a:ahLst/>
              <a:cxnLst/>
              <a:rect l="l" t="t" r="r" b="b"/>
              <a:pathLst>
                <a:path w="19982" h="14051" extrusionOk="0">
                  <a:moveTo>
                    <a:pt x="17056" y="1172"/>
                  </a:moveTo>
                  <a:cubicBezTo>
                    <a:pt x="18023" y="1172"/>
                    <a:pt x="18811" y="1961"/>
                    <a:pt x="18811" y="2929"/>
                  </a:cubicBezTo>
                  <a:lnTo>
                    <a:pt x="18811" y="11124"/>
                  </a:lnTo>
                  <a:cubicBezTo>
                    <a:pt x="18811" y="12092"/>
                    <a:pt x="18023" y="12881"/>
                    <a:pt x="17056" y="12881"/>
                  </a:cubicBezTo>
                  <a:lnTo>
                    <a:pt x="2927" y="12881"/>
                  </a:lnTo>
                  <a:cubicBezTo>
                    <a:pt x="1959" y="12881"/>
                    <a:pt x="1172" y="12092"/>
                    <a:pt x="1172" y="11124"/>
                  </a:cubicBezTo>
                  <a:lnTo>
                    <a:pt x="1172" y="2929"/>
                  </a:lnTo>
                  <a:cubicBezTo>
                    <a:pt x="1172" y="1961"/>
                    <a:pt x="1959" y="1172"/>
                    <a:pt x="2927" y="1172"/>
                  </a:cubicBezTo>
                  <a:close/>
                  <a:moveTo>
                    <a:pt x="2927" y="1"/>
                  </a:moveTo>
                  <a:cubicBezTo>
                    <a:pt x="1313" y="1"/>
                    <a:pt x="1" y="1315"/>
                    <a:pt x="1" y="2929"/>
                  </a:cubicBezTo>
                  <a:lnTo>
                    <a:pt x="1" y="11124"/>
                  </a:lnTo>
                  <a:cubicBezTo>
                    <a:pt x="1" y="12738"/>
                    <a:pt x="1313" y="14050"/>
                    <a:pt x="2927" y="14050"/>
                  </a:cubicBezTo>
                  <a:lnTo>
                    <a:pt x="17056" y="14050"/>
                  </a:lnTo>
                  <a:cubicBezTo>
                    <a:pt x="18669" y="14050"/>
                    <a:pt x="19982" y="12738"/>
                    <a:pt x="19982" y="11124"/>
                  </a:cubicBezTo>
                  <a:lnTo>
                    <a:pt x="19982" y="2929"/>
                  </a:lnTo>
                  <a:cubicBezTo>
                    <a:pt x="19982" y="1315"/>
                    <a:pt x="18669" y="1"/>
                    <a:pt x="17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3339;p69"/>
            <p:cNvSpPr/>
            <p:nvPr/>
          </p:nvSpPr>
          <p:spPr>
            <a:xfrm>
              <a:off x="3636206" y="2706945"/>
              <a:ext cx="122194" cy="146633"/>
            </a:xfrm>
            <a:custGeom>
              <a:avLst/>
              <a:gdLst/>
              <a:ahLst/>
              <a:cxnLst/>
              <a:rect l="l" t="t" r="r" b="b"/>
              <a:pathLst>
                <a:path w="5855" h="7026" extrusionOk="0">
                  <a:moveTo>
                    <a:pt x="1172" y="1643"/>
                  </a:moveTo>
                  <a:lnTo>
                    <a:pt x="4165" y="3514"/>
                  </a:lnTo>
                  <a:lnTo>
                    <a:pt x="1172" y="5384"/>
                  </a:lnTo>
                  <a:lnTo>
                    <a:pt x="1172" y="1643"/>
                  </a:lnTo>
                  <a:close/>
                  <a:moveTo>
                    <a:pt x="586" y="0"/>
                  </a:moveTo>
                  <a:cubicBezTo>
                    <a:pt x="489" y="0"/>
                    <a:pt x="391" y="25"/>
                    <a:pt x="302" y="74"/>
                  </a:cubicBezTo>
                  <a:cubicBezTo>
                    <a:pt x="116" y="178"/>
                    <a:pt x="1" y="373"/>
                    <a:pt x="1" y="587"/>
                  </a:cubicBezTo>
                  <a:lnTo>
                    <a:pt x="1" y="6440"/>
                  </a:lnTo>
                  <a:cubicBezTo>
                    <a:pt x="1" y="6653"/>
                    <a:pt x="116" y="6849"/>
                    <a:pt x="302" y="6953"/>
                  </a:cubicBezTo>
                  <a:cubicBezTo>
                    <a:pt x="389" y="7001"/>
                    <a:pt x="487" y="7026"/>
                    <a:pt x="585" y="7026"/>
                  </a:cubicBezTo>
                  <a:cubicBezTo>
                    <a:pt x="693" y="7026"/>
                    <a:pt x="801" y="6997"/>
                    <a:pt x="896" y="6937"/>
                  </a:cubicBezTo>
                  <a:lnTo>
                    <a:pt x="5580" y="4010"/>
                  </a:lnTo>
                  <a:cubicBezTo>
                    <a:pt x="5750" y="3903"/>
                    <a:pt x="5854" y="3714"/>
                    <a:pt x="5854" y="3513"/>
                  </a:cubicBezTo>
                  <a:cubicBezTo>
                    <a:pt x="5854" y="3311"/>
                    <a:pt x="5750" y="3123"/>
                    <a:pt x="5580" y="3017"/>
                  </a:cubicBezTo>
                  <a:lnTo>
                    <a:pt x="896" y="90"/>
                  </a:lnTo>
                  <a:cubicBezTo>
                    <a:pt x="801" y="30"/>
                    <a:pt x="694" y="0"/>
                    <a:pt x="5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5" name="Google Shape;13360;p69"/>
          <p:cNvSpPr/>
          <p:nvPr/>
        </p:nvSpPr>
        <p:spPr>
          <a:xfrm>
            <a:off x="1869024" y="15986137"/>
            <a:ext cx="1745068" cy="142539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6" name="Google Shape;13349;p69"/>
          <p:cNvSpPr/>
          <p:nvPr/>
        </p:nvSpPr>
        <p:spPr>
          <a:xfrm>
            <a:off x="1829066" y="18531911"/>
            <a:ext cx="1614605" cy="1617112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/>
          </a:p>
        </p:txBody>
      </p:sp>
      <p:sp>
        <p:nvSpPr>
          <p:cNvPr id="17" name="Google Shape;11330;p63"/>
          <p:cNvSpPr/>
          <p:nvPr/>
        </p:nvSpPr>
        <p:spPr>
          <a:xfrm>
            <a:off x="1871666" y="21412182"/>
            <a:ext cx="1614605" cy="1616776"/>
          </a:xfrm>
          <a:custGeom>
            <a:avLst/>
            <a:gdLst/>
            <a:ahLst/>
            <a:cxnLst/>
            <a:rect l="l" t="t" r="r" b="b"/>
            <a:pathLst>
              <a:path w="19329" h="19325" extrusionOk="0">
                <a:moveTo>
                  <a:pt x="9062" y="1229"/>
                </a:moveTo>
                <a:lnTo>
                  <a:pt x="9062" y="4539"/>
                </a:lnTo>
                <a:cubicBezTo>
                  <a:pt x="8470" y="4557"/>
                  <a:pt x="7885" y="4602"/>
                  <a:pt x="7311" y="4674"/>
                </a:cubicBezTo>
                <a:cubicBezTo>
                  <a:pt x="7223" y="4339"/>
                  <a:pt x="7036" y="4037"/>
                  <a:pt x="6773" y="3811"/>
                </a:cubicBezTo>
                <a:cubicBezTo>
                  <a:pt x="7392" y="2428"/>
                  <a:pt x="8211" y="1513"/>
                  <a:pt x="9062" y="1229"/>
                </a:cubicBezTo>
                <a:close/>
                <a:moveTo>
                  <a:pt x="10194" y="1226"/>
                </a:moveTo>
                <a:cubicBezTo>
                  <a:pt x="11278" y="1586"/>
                  <a:pt x="12272" y="2944"/>
                  <a:pt x="12912" y="4835"/>
                </a:cubicBezTo>
                <a:cubicBezTo>
                  <a:pt x="12015" y="4662"/>
                  <a:pt x="11106" y="4566"/>
                  <a:pt x="10194" y="4539"/>
                </a:cubicBezTo>
                <a:lnTo>
                  <a:pt x="10194" y="1226"/>
                </a:lnTo>
                <a:close/>
                <a:moveTo>
                  <a:pt x="5665" y="4530"/>
                </a:moveTo>
                <a:cubicBezTo>
                  <a:pt x="6170" y="4530"/>
                  <a:pt x="6423" y="5139"/>
                  <a:pt x="6067" y="5496"/>
                </a:cubicBezTo>
                <a:cubicBezTo>
                  <a:pt x="5950" y="5611"/>
                  <a:pt x="5808" y="5663"/>
                  <a:pt x="5669" y="5663"/>
                </a:cubicBezTo>
                <a:cubicBezTo>
                  <a:pt x="5378" y="5663"/>
                  <a:pt x="5101" y="5438"/>
                  <a:pt x="5101" y="5097"/>
                </a:cubicBezTo>
                <a:cubicBezTo>
                  <a:pt x="5101" y="4783"/>
                  <a:pt x="5351" y="4530"/>
                  <a:pt x="5665" y="4530"/>
                </a:cubicBezTo>
                <a:close/>
                <a:moveTo>
                  <a:pt x="6743" y="1643"/>
                </a:moveTo>
                <a:cubicBezTo>
                  <a:pt x="6363" y="2129"/>
                  <a:pt x="6019" y="2718"/>
                  <a:pt x="5717" y="3397"/>
                </a:cubicBezTo>
                <a:lnTo>
                  <a:pt x="5665" y="3397"/>
                </a:lnTo>
                <a:cubicBezTo>
                  <a:pt x="4578" y="3397"/>
                  <a:pt x="3769" y="4406"/>
                  <a:pt x="4008" y="5469"/>
                </a:cubicBezTo>
                <a:cubicBezTo>
                  <a:pt x="3075" y="5822"/>
                  <a:pt x="2277" y="6266"/>
                  <a:pt x="1646" y="6773"/>
                </a:cubicBezTo>
                <a:cubicBezTo>
                  <a:pt x="2507" y="4394"/>
                  <a:pt x="4373" y="2516"/>
                  <a:pt x="6743" y="1643"/>
                </a:cubicBezTo>
                <a:close/>
                <a:moveTo>
                  <a:pt x="12510" y="1631"/>
                </a:moveTo>
                <a:lnTo>
                  <a:pt x="12510" y="1631"/>
                </a:lnTo>
                <a:cubicBezTo>
                  <a:pt x="14926" y="2500"/>
                  <a:pt x="16828" y="4403"/>
                  <a:pt x="17698" y="6818"/>
                </a:cubicBezTo>
                <a:cubicBezTo>
                  <a:pt x="17269" y="6483"/>
                  <a:pt x="16810" y="6196"/>
                  <a:pt x="16327" y="5955"/>
                </a:cubicBezTo>
                <a:cubicBezTo>
                  <a:pt x="15645" y="5614"/>
                  <a:pt x="14932" y="5342"/>
                  <a:pt x="14195" y="5136"/>
                </a:cubicBezTo>
                <a:cubicBezTo>
                  <a:pt x="13933" y="4203"/>
                  <a:pt x="13585" y="3349"/>
                  <a:pt x="13169" y="2612"/>
                </a:cubicBezTo>
                <a:cubicBezTo>
                  <a:pt x="12975" y="2268"/>
                  <a:pt x="12755" y="1942"/>
                  <a:pt x="12510" y="1631"/>
                </a:cubicBezTo>
                <a:close/>
                <a:moveTo>
                  <a:pt x="4636" y="6444"/>
                </a:moveTo>
                <a:cubicBezTo>
                  <a:pt x="4684" y="6483"/>
                  <a:pt x="4738" y="6519"/>
                  <a:pt x="4793" y="6553"/>
                </a:cubicBezTo>
                <a:cubicBezTo>
                  <a:pt x="4651" y="7407"/>
                  <a:pt x="4566" y="8268"/>
                  <a:pt x="4542" y="9134"/>
                </a:cubicBezTo>
                <a:lnTo>
                  <a:pt x="1230" y="9134"/>
                </a:lnTo>
                <a:cubicBezTo>
                  <a:pt x="1568" y="8083"/>
                  <a:pt x="2821" y="7081"/>
                  <a:pt x="4636" y="6444"/>
                </a:cubicBezTo>
                <a:close/>
                <a:moveTo>
                  <a:pt x="9062" y="5674"/>
                </a:moveTo>
                <a:lnTo>
                  <a:pt x="9062" y="9134"/>
                </a:lnTo>
                <a:lnTo>
                  <a:pt x="5674" y="9134"/>
                </a:lnTo>
                <a:cubicBezTo>
                  <a:pt x="5698" y="8343"/>
                  <a:pt x="5774" y="7558"/>
                  <a:pt x="5904" y="6776"/>
                </a:cubicBezTo>
                <a:lnTo>
                  <a:pt x="5904" y="6779"/>
                </a:lnTo>
                <a:cubicBezTo>
                  <a:pt x="6462" y="6698"/>
                  <a:pt x="6949" y="6344"/>
                  <a:pt x="7196" y="5834"/>
                </a:cubicBezTo>
                <a:cubicBezTo>
                  <a:pt x="7815" y="5746"/>
                  <a:pt x="8437" y="5692"/>
                  <a:pt x="9062" y="5674"/>
                </a:cubicBezTo>
                <a:close/>
                <a:moveTo>
                  <a:pt x="10194" y="5671"/>
                </a:moveTo>
                <a:cubicBezTo>
                  <a:pt x="11227" y="5701"/>
                  <a:pt x="12257" y="5834"/>
                  <a:pt x="13265" y="6063"/>
                </a:cubicBezTo>
                <a:cubicBezTo>
                  <a:pt x="13422" y="6743"/>
                  <a:pt x="13534" y="7431"/>
                  <a:pt x="13597" y="8126"/>
                </a:cubicBezTo>
                <a:cubicBezTo>
                  <a:pt x="13144" y="8310"/>
                  <a:pt x="12794" y="8675"/>
                  <a:pt x="12631" y="9134"/>
                </a:cubicBezTo>
                <a:lnTo>
                  <a:pt x="10194" y="9134"/>
                </a:lnTo>
                <a:lnTo>
                  <a:pt x="10194" y="5671"/>
                </a:lnTo>
                <a:close/>
                <a:moveTo>
                  <a:pt x="14497" y="6417"/>
                </a:moveTo>
                <a:cubicBezTo>
                  <a:pt x="14950" y="6571"/>
                  <a:pt x="15391" y="6752"/>
                  <a:pt x="15817" y="6966"/>
                </a:cubicBezTo>
                <a:cubicBezTo>
                  <a:pt x="17037" y="7585"/>
                  <a:pt x="17837" y="8352"/>
                  <a:pt x="18099" y="9137"/>
                </a:cubicBezTo>
                <a:lnTo>
                  <a:pt x="15835" y="9134"/>
                </a:lnTo>
                <a:cubicBezTo>
                  <a:pt x="15654" y="8627"/>
                  <a:pt x="15243" y="8234"/>
                  <a:pt x="14730" y="8077"/>
                </a:cubicBezTo>
                <a:cubicBezTo>
                  <a:pt x="14678" y="7519"/>
                  <a:pt x="14603" y="6966"/>
                  <a:pt x="14497" y="6417"/>
                </a:cubicBezTo>
                <a:close/>
                <a:moveTo>
                  <a:pt x="14241" y="9137"/>
                </a:moveTo>
                <a:cubicBezTo>
                  <a:pt x="14555" y="9137"/>
                  <a:pt x="14808" y="9391"/>
                  <a:pt x="14808" y="9702"/>
                </a:cubicBezTo>
                <a:cubicBezTo>
                  <a:pt x="14808" y="10016"/>
                  <a:pt x="14555" y="10270"/>
                  <a:pt x="14241" y="10270"/>
                </a:cubicBezTo>
                <a:lnTo>
                  <a:pt x="14241" y="10267"/>
                </a:lnTo>
                <a:lnTo>
                  <a:pt x="14204" y="10267"/>
                </a:lnTo>
                <a:cubicBezTo>
                  <a:pt x="13902" y="10251"/>
                  <a:pt x="13667" y="10004"/>
                  <a:pt x="13667" y="9702"/>
                </a:cubicBezTo>
                <a:cubicBezTo>
                  <a:pt x="13667" y="9403"/>
                  <a:pt x="13899" y="9155"/>
                  <a:pt x="14195" y="9137"/>
                </a:cubicBezTo>
                <a:close/>
                <a:moveTo>
                  <a:pt x="18099" y="10270"/>
                </a:moveTo>
                <a:cubicBezTo>
                  <a:pt x="17861" y="10967"/>
                  <a:pt x="17194" y="11643"/>
                  <a:pt x="16161" y="12217"/>
                </a:cubicBezTo>
                <a:cubicBezTo>
                  <a:pt x="15632" y="12504"/>
                  <a:pt x="15080" y="12742"/>
                  <a:pt x="14506" y="12930"/>
                </a:cubicBezTo>
                <a:cubicBezTo>
                  <a:pt x="14606" y="12407"/>
                  <a:pt x="14678" y="11873"/>
                  <a:pt x="14730" y="11323"/>
                </a:cubicBezTo>
                <a:lnTo>
                  <a:pt x="14730" y="11326"/>
                </a:lnTo>
                <a:cubicBezTo>
                  <a:pt x="15243" y="11166"/>
                  <a:pt x="15654" y="10774"/>
                  <a:pt x="15835" y="10270"/>
                </a:cubicBezTo>
                <a:close/>
                <a:moveTo>
                  <a:pt x="4542" y="10267"/>
                </a:moveTo>
                <a:cubicBezTo>
                  <a:pt x="4566" y="11163"/>
                  <a:pt x="4660" y="12060"/>
                  <a:pt x="4820" y="12945"/>
                </a:cubicBezTo>
                <a:cubicBezTo>
                  <a:pt x="2927" y="12320"/>
                  <a:pt x="1583" y="11351"/>
                  <a:pt x="1230" y="10267"/>
                </a:cubicBezTo>
                <a:close/>
                <a:moveTo>
                  <a:pt x="9062" y="10267"/>
                </a:moveTo>
                <a:lnTo>
                  <a:pt x="9062" y="12628"/>
                </a:lnTo>
                <a:cubicBezTo>
                  <a:pt x="8603" y="12791"/>
                  <a:pt x="8238" y="13141"/>
                  <a:pt x="8054" y="13594"/>
                </a:cubicBezTo>
                <a:cubicBezTo>
                  <a:pt x="7377" y="13534"/>
                  <a:pt x="6707" y="13428"/>
                  <a:pt x="6046" y="13280"/>
                </a:cubicBezTo>
                <a:cubicBezTo>
                  <a:pt x="5828" y="12290"/>
                  <a:pt x="5702" y="11281"/>
                  <a:pt x="5674" y="10267"/>
                </a:cubicBezTo>
                <a:close/>
                <a:moveTo>
                  <a:pt x="12631" y="10267"/>
                </a:moveTo>
                <a:cubicBezTo>
                  <a:pt x="12794" y="10725"/>
                  <a:pt x="13144" y="11091"/>
                  <a:pt x="13597" y="11275"/>
                </a:cubicBezTo>
                <a:cubicBezTo>
                  <a:pt x="13534" y="11945"/>
                  <a:pt x="13431" y="12613"/>
                  <a:pt x="13280" y="13268"/>
                </a:cubicBezTo>
                <a:cubicBezTo>
                  <a:pt x="12595" y="13422"/>
                  <a:pt x="11900" y="13531"/>
                  <a:pt x="11203" y="13594"/>
                </a:cubicBezTo>
                <a:cubicBezTo>
                  <a:pt x="11019" y="13141"/>
                  <a:pt x="10653" y="12791"/>
                  <a:pt x="10194" y="12628"/>
                </a:cubicBezTo>
                <a:lnTo>
                  <a:pt x="10194" y="10267"/>
                </a:lnTo>
                <a:close/>
                <a:moveTo>
                  <a:pt x="9627" y="13678"/>
                </a:moveTo>
                <a:cubicBezTo>
                  <a:pt x="9923" y="13678"/>
                  <a:pt x="10170" y="13905"/>
                  <a:pt x="10191" y="14201"/>
                </a:cubicBezTo>
                <a:lnTo>
                  <a:pt x="10191" y="14231"/>
                </a:lnTo>
                <a:cubicBezTo>
                  <a:pt x="10191" y="14231"/>
                  <a:pt x="10191" y="14234"/>
                  <a:pt x="10191" y="14237"/>
                </a:cubicBezTo>
                <a:cubicBezTo>
                  <a:pt x="10188" y="14545"/>
                  <a:pt x="9938" y="14793"/>
                  <a:pt x="9630" y="14796"/>
                </a:cubicBezTo>
                <a:cubicBezTo>
                  <a:pt x="9319" y="14796"/>
                  <a:pt x="9065" y="14545"/>
                  <a:pt x="9062" y="14237"/>
                </a:cubicBezTo>
                <a:lnTo>
                  <a:pt x="9062" y="14231"/>
                </a:lnTo>
                <a:lnTo>
                  <a:pt x="9062" y="14201"/>
                </a:lnTo>
                <a:cubicBezTo>
                  <a:pt x="9083" y="13905"/>
                  <a:pt x="9331" y="13678"/>
                  <a:pt x="9627" y="13678"/>
                </a:cubicBezTo>
                <a:close/>
                <a:moveTo>
                  <a:pt x="1640" y="12579"/>
                </a:moveTo>
                <a:lnTo>
                  <a:pt x="1640" y="12579"/>
                </a:lnTo>
                <a:cubicBezTo>
                  <a:pt x="1936" y="12812"/>
                  <a:pt x="2250" y="13020"/>
                  <a:pt x="2579" y="13204"/>
                </a:cubicBezTo>
                <a:cubicBezTo>
                  <a:pt x="3313" y="13615"/>
                  <a:pt x="4168" y="13953"/>
                  <a:pt x="5110" y="14213"/>
                </a:cubicBezTo>
                <a:cubicBezTo>
                  <a:pt x="5496" y="15620"/>
                  <a:pt x="6061" y="16813"/>
                  <a:pt x="6752" y="17691"/>
                </a:cubicBezTo>
                <a:cubicBezTo>
                  <a:pt x="4373" y="16828"/>
                  <a:pt x="2501" y="14956"/>
                  <a:pt x="1640" y="12579"/>
                </a:cubicBezTo>
                <a:close/>
                <a:moveTo>
                  <a:pt x="17698" y="12555"/>
                </a:moveTo>
                <a:cubicBezTo>
                  <a:pt x="16837" y="14938"/>
                  <a:pt x="14932" y="16831"/>
                  <a:pt x="12535" y="17691"/>
                </a:cubicBezTo>
                <a:cubicBezTo>
                  <a:pt x="12770" y="17395"/>
                  <a:pt x="12981" y="17081"/>
                  <a:pt x="13169" y="16752"/>
                </a:cubicBezTo>
                <a:cubicBezTo>
                  <a:pt x="13594" y="16013"/>
                  <a:pt x="13945" y="15149"/>
                  <a:pt x="14213" y="14201"/>
                </a:cubicBezTo>
                <a:cubicBezTo>
                  <a:pt x="15140" y="13944"/>
                  <a:pt x="15986" y="13609"/>
                  <a:pt x="16713" y="13204"/>
                </a:cubicBezTo>
                <a:cubicBezTo>
                  <a:pt x="17058" y="13014"/>
                  <a:pt x="17387" y="12797"/>
                  <a:pt x="17698" y="12555"/>
                </a:cubicBezTo>
                <a:close/>
                <a:moveTo>
                  <a:pt x="6381" y="14503"/>
                </a:moveTo>
                <a:cubicBezTo>
                  <a:pt x="6906" y="14602"/>
                  <a:pt x="7450" y="14678"/>
                  <a:pt x="8005" y="14726"/>
                </a:cubicBezTo>
                <a:cubicBezTo>
                  <a:pt x="8162" y="15240"/>
                  <a:pt x="8555" y="15650"/>
                  <a:pt x="9062" y="15831"/>
                </a:cubicBezTo>
                <a:lnTo>
                  <a:pt x="9062" y="18096"/>
                </a:lnTo>
                <a:cubicBezTo>
                  <a:pt x="8286" y="17833"/>
                  <a:pt x="7531" y="17048"/>
                  <a:pt x="6933" y="15853"/>
                </a:cubicBezTo>
                <a:cubicBezTo>
                  <a:pt x="6716" y="15415"/>
                  <a:pt x="6532" y="14965"/>
                  <a:pt x="6381" y="14503"/>
                </a:cubicBezTo>
                <a:close/>
                <a:moveTo>
                  <a:pt x="12933" y="14497"/>
                </a:moveTo>
                <a:cubicBezTo>
                  <a:pt x="12740" y="15083"/>
                  <a:pt x="12486" y="15650"/>
                  <a:pt x="12184" y="16188"/>
                </a:cubicBezTo>
                <a:cubicBezTo>
                  <a:pt x="11595" y="17211"/>
                  <a:pt x="10904" y="17869"/>
                  <a:pt x="10194" y="18099"/>
                </a:cubicBezTo>
                <a:lnTo>
                  <a:pt x="10194" y="15831"/>
                </a:lnTo>
                <a:cubicBezTo>
                  <a:pt x="10702" y="15650"/>
                  <a:pt x="11094" y="15240"/>
                  <a:pt x="11251" y="14726"/>
                </a:cubicBezTo>
                <a:cubicBezTo>
                  <a:pt x="11828" y="14675"/>
                  <a:pt x="12390" y="14596"/>
                  <a:pt x="12933" y="14497"/>
                </a:cubicBezTo>
                <a:close/>
                <a:moveTo>
                  <a:pt x="9630" y="0"/>
                </a:moveTo>
                <a:cubicBezTo>
                  <a:pt x="7063" y="0"/>
                  <a:pt x="4645" y="1015"/>
                  <a:pt x="2821" y="2860"/>
                </a:cubicBezTo>
                <a:cubicBezTo>
                  <a:pt x="1012" y="4678"/>
                  <a:pt x="1" y="7138"/>
                  <a:pt x="4" y="9702"/>
                </a:cubicBezTo>
                <a:cubicBezTo>
                  <a:pt x="4" y="15016"/>
                  <a:pt x="4313" y="19325"/>
                  <a:pt x="9630" y="19325"/>
                </a:cubicBezTo>
                <a:cubicBezTo>
                  <a:pt x="9634" y="19325"/>
                  <a:pt x="9637" y="19325"/>
                  <a:pt x="9641" y="19325"/>
                </a:cubicBezTo>
                <a:cubicBezTo>
                  <a:pt x="12198" y="19325"/>
                  <a:pt x="14654" y="18314"/>
                  <a:pt x="16469" y="16508"/>
                </a:cubicBezTo>
                <a:cubicBezTo>
                  <a:pt x="18314" y="14687"/>
                  <a:pt x="19328" y="12268"/>
                  <a:pt x="19328" y="9702"/>
                </a:cubicBezTo>
                <a:cubicBezTo>
                  <a:pt x="19328" y="8407"/>
                  <a:pt x="19069" y="7129"/>
                  <a:pt x="18558" y="5940"/>
                </a:cubicBezTo>
                <a:cubicBezTo>
                  <a:pt x="18066" y="4789"/>
                  <a:pt x="17360" y="3741"/>
                  <a:pt x="16472" y="2857"/>
                </a:cubicBezTo>
                <a:cubicBezTo>
                  <a:pt x="15587" y="1969"/>
                  <a:pt x="14539" y="1263"/>
                  <a:pt x="13389" y="770"/>
                </a:cubicBezTo>
                <a:cubicBezTo>
                  <a:pt x="12199" y="260"/>
                  <a:pt x="10922" y="0"/>
                  <a:pt x="9630" y="0"/>
                </a:cubicBezTo>
                <a:close/>
              </a:path>
            </a:pathLst>
          </a:custGeom>
          <a:solidFill>
            <a:srgbClr val="00AAFD"/>
          </a:solidFill>
          <a:ln>
            <a:noFill/>
          </a:ln>
        </p:spPr>
        <p:txBody>
          <a:bodyPr spcFirstLastPara="1" wrap="square" lIns="511468" tIns="511468" rIns="511468" bIns="511468" anchor="ctr" anchorCtr="0">
            <a:noAutofit/>
          </a:bodyPr>
          <a:lstStyle/>
          <a:p>
            <a:endParaRPr>
              <a:solidFill>
                <a:srgbClr val="435D74"/>
              </a:solidFill>
            </a:endParaRPr>
          </a:p>
        </p:txBody>
      </p:sp>
      <p:pic>
        <p:nvPicPr>
          <p:cNvPr id="19" name="Picture 18" descr="WsCube-Tech-Logo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8786" y="1735387"/>
            <a:ext cx="19639890" cy="7214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liena template">
  <a:themeElements>
    <a:clrScheme name="Custom 347">
      <a:dk1>
        <a:srgbClr val="050060"/>
      </a:dk1>
      <a:lt1>
        <a:srgbClr val="FFFFFF"/>
      </a:lt1>
      <a:dk2>
        <a:srgbClr val="585963"/>
      </a:dk2>
      <a:lt2>
        <a:srgbClr val="F3F3F3"/>
      </a:lt2>
      <a:accent1>
        <a:srgbClr val="0A2F9E"/>
      </a:accent1>
      <a:accent2>
        <a:srgbClr val="3544FF"/>
      </a:accent2>
      <a:accent3>
        <a:srgbClr val="24D6FF"/>
      </a:accent3>
      <a:accent4>
        <a:srgbClr val="00FFFF"/>
      </a:accent4>
      <a:accent5>
        <a:srgbClr val="A458FF"/>
      </a:accent5>
      <a:accent6>
        <a:srgbClr val="D392FF"/>
      </a:accent6>
      <a:hlink>
        <a:srgbClr val="FFFFF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4306</TotalTime>
  <Words>285</Words>
  <Application>Microsoft Office PowerPoint</Application>
  <PresentationFormat>Custom</PresentationFormat>
  <Paragraphs>57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Bahnschrift Light</vt:lpstr>
      <vt:lpstr>Arial</vt:lpstr>
      <vt:lpstr>Muli</vt:lpstr>
      <vt:lpstr>Lexend Deca</vt:lpstr>
      <vt:lpstr>Consolas</vt:lpstr>
      <vt:lpstr>Aliena template</vt:lpstr>
      <vt:lpstr>JavaScript (loop)</vt:lpstr>
      <vt:lpstr>Our Agenda.</vt:lpstr>
      <vt:lpstr>What is loop ?</vt:lpstr>
      <vt:lpstr>Diagram to understand for loop ?</vt:lpstr>
      <vt:lpstr>Types Of Loop</vt:lpstr>
      <vt:lpstr>for loop in JavaScript ?</vt:lpstr>
      <vt:lpstr>for loop in JavaScript ?</vt:lpstr>
      <vt:lpstr>do-while loop in JavaScript 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-1   Networking Concept</dc:title>
  <dc:creator>v2r-Akib</dc:creator>
  <cp:lastModifiedBy>Pradeep Kumar Rai</cp:lastModifiedBy>
  <cp:revision>251</cp:revision>
  <dcterms:modified xsi:type="dcterms:W3CDTF">2026-03-13T17:52:06Z</dcterms:modified>
</cp:coreProperties>
</file>